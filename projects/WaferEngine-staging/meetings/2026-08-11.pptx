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ink/ink1.xml" ContentType="application/inkml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2.xml" ContentType="application/inkml+xml"/>
  <Override PartName="/ppt/notesSlides/notesSlide8.xml" ContentType="application/vnd.openxmlformats-officedocument.presentationml.notesSlide+xml"/>
  <Override PartName="/ppt/ink/ink3.xml" ContentType="application/inkml+xml"/>
  <Override PartName="/ppt/notesSlides/notesSlide9.xml" ContentType="application/vnd.openxmlformats-officedocument.presentationml.notesSlide+xml"/>
  <Override PartName="/ppt/ink/ink4.xml" ContentType="application/inkml+xml"/>
  <Override PartName="/ppt/notesSlides/notesSlide10.xml" ContentType="application/vnd.openxmlformats-officedocument.presentationml.notesSlide+xml"/>
  <Override PartName="/ppt/ink/ink5.xml" ContentType="application/inkml+xml"/>
  <Override PartName="/ppt/notesSlides/notesSlide11.xml" ContentType="application/vnd.openxmlformats-officedocument.presentationml.notesSlide+xml"/>
  <Override PartName="/ppt/ink/ink6.xml" ContentType="application/inkml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22"/>
    <p:restoredTop sz="83900"/>
  </p:normalViewPr>
  <p:slideViewPr>
    <p:cSldViewPr snapToGrid="0" snapToObjects="1">
      <p:cViewPr varScale="1">
        <p:scale>
          <a:sx n="86" d="100"/>
          <a:sy n="86" d="100"/>
        </p:scale>
        <p:origin x="1888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1T08:51:14.73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1861 9745 24575,'34'35'0,"3"4"0,6 3 0,4 2 0,3 2-1912,-5-4 0,2 2 1,-1-1 1911,-2-4 0,0-2 0,-1 2 0,1 1 0,0 2 0,0-1 0,0-2 0,-1-1 0,1 1 0,3 3 0,0 0 0,0-2 0,-2-2 0,0-2 0,-2-2 0,9 6 0,0-1 371,7 4 1,-5-5-372,-9-6 1120,7 5-1120,-39-29 0,-7-3 0,1-1 2965,-1 7-2965,-4-1 907,-5 10-907,2 24 0,-8 13 0,7-5 0,2 5-1588,-4 5 1,2 2 1587,3-14 0,2 2 0,0 0 0,0 6 0,0 1 0,0-3 0,1 9 0,1 0 0,2-7 0,2 3 0,-2 1 0,-3 6 0,-1 2 0,2-4 0,2-11 0,1-3 0,0 5 0,-1 4 0,-1 6 0,0-1 0,0-7-1690,2 14 1,1-2 1689,1-9 0,1 3 0,0 0 0,-1 4 0,-1 0 0,1-6-678,3 2 0,-1-4 678,1 2 0,-3-8 0,-3-14 0,-4-25 0,-3-6 0,0-7 0</inkml:trace>
  <inkml:trace contextRef="#ctx0" brushRef="#br0" timeOffset="1125">3236 10908 24575,'13'-3'0,"24"-11"0,-22 9 0,19-9 0,7-4 0,-1-3 0,2-2-968,18-7 0,8-5 968,-20 7 0,5-4 0,0-1 0,-3 1-852,3-2 1,-3 1 0,1 0 851,1 1 0,-1-1 0,2-1 0,3-6 0,1-1 0,-6 5 0,-9 9 0,0 1 0,13-11 0,8-6 0,-4 2 0,-11 7 0,-2 2 0,0-1-1034,2 0 1,1-1 0,-1-1 1033,3-4 0,-1-1 0,-3 4 0,5-1 0,-5 3-50,-8-3 1,-5 4 49,1 11 989,-15-3-989,-17 22 2603,0-4-2603,2-15 3941,-1 12-3941,5-20 156,-6 19-156,3-3 0,-5 5 0,1 5 0,-2 2 0</inkml:trace>
  <inkml:trace contextRef="#ctx0" brushRef="#br0" timeOffset="2381">3241 9349 24575,'0'23'0,"0"-5"0,0 13 0,0-10 0,0 16 0,0-4 0,0-2 0,0 9 0,0-14 0,0 6 0,0-9 0,0 0 0,0-8 0,0 6 0,0-5 0,0 7 0,0 0 0,0 0 0,0 0 0,0 0 0,-3-5 0,-1 23 0,-4-9 0,3 30 0,-4-17 0,7 16 0,-3-29 0,0 25 0,3-35 0,-3 37 0,5-23 0,-1 23 0,2 6-1361,2-22 1,0 1 1360,-2 26 0,0-1 0,6 5-480,-2-4 480,2-16 0,0-9 0,-1 1 0,-4-29 0,-1 2 0,2-16 0,-3 0 0</inkml:trace>
  <inkml:trace contextRef="#ctx0" brushRef="#br0" timeOffset="4091">2283 7115 8191,'-40'0'0,"17"0"5063,-35 11-5063,41-3 2818,-35 21-2818,35-17 1719,-23 28-1719,27-29 6784,-9 15-6784,11-13 0,1-2 0,-1 6 0,5-8 0,0 3 0,0-3 0,3 1 0,-3 1 0,3-4 0,0 1 0,-4 6 0,4-3 0,-1 10 0,-2-7 0,6 16 0,-3-14 0,-2 29 0,4-23 0,-4 24 0,5-26 0,11 29 0,-5-32 0,22 35 0,-18-36 0,13 13 0,3 0 0,-5-11 0,10 10 0,2 1-993,7-4 993,7 6 0,4 0 0,10-3 0,1-2 0,2-1-1070,-25-13 1,2-1 1069,9 2 0,5 0 0,-5-2 0,-8-5 0,1-2 0,6 3 0,5 2 0,-5-3 0,-3-5 0,-2 0 0,17 2 0,-1 1-90,-15-4 1,-5 0 89,18 0 0,-9-5 0,-29-3 0,30-15 875,-14 2-875,0-4 2225,6-3-2225,-29 13 211,14-8-211,-21 13 0,-3-1 0,-3 1 0,0-2 0,0 0 0,-6 0 0,2 2 0,-7 1 0,1 3 0,-7-4 0,4 6 0,-18-13 0,-7 4 0,-25-12-697,15 7 697,6 4 0,-1 2 0,-16-1 0,-6-2 0,6 4 0,34 7 0,0-2 0,12 0 0,4 5 0,2-4 0,-2 4 697,3-4-697,0 4-6784,5-2 6784,31 4 0,20 6 0,13 0 0,7 0-867,-12-1 0,4 0 1,0 0 866,2 3 0,1 1 0,-3 0-373,-8 1 0,-3 0 0,-4-1 373,5 2 0,-5 1 0,-4 0 0,-7-1 0,-14-3 4942,-12 0-4942,-16 0 3496,2 1-3496,-7 1 2065,1-1-2065,1-1 0,0-3 0,6-1 0,-3-4 0,3 4 0,-3-4 0,2 2 0,2-3 0</inkml:trace>
  <inkml:trace contextRef="#ctx0" brushRef="#br0" timeOffset="4766">4519 6895 24575,'2'15'0,"-1"14"0,0 24 0,1 5 0,-2-4-1197,0-5 1,1 8 0,-2-5 1196,-3-12 0,1-1 0,3 17 0,-2 2-249,-7-2 0,-2 0 249,6-4 0,0-1 0,-5-3 0,-1-2 0,5-8 0,-1-2 938,-3 19-938,4-30 0,2-12 0,4-10 0</inkml:trace>
  <inkml:trace contextRef="#ctx0" brushRef="#br0" timeOffset="6484">1598 10352 24575,'0'38'0,"0"-9"0,0-7 0,0-4 0,0 14 0,0 2 0,0 0 0,0-1 0,0-20 0,0-2 0</inkml:trace>
  <inkml:trace contextRef="#ctx0" brushRef="#br0" timeOffset="7476">2567 8890 9579,'41'15'0,"-18"-9"5114,25 15-5114,-35-18 2602,12 9-2602,-18-9 1532,9 7-1532,-5-3 5748,15 15-5748,-18-13 0,12 11 0,-16-13 0,5 2 0,-6-3 0,0 3 0,-6 0 0,-8 4 0,3 0 0,-8-2 0,-7 4 0,-16 7 0,-15-3 0,0 0 0,11-10 0,16-9 0,12 4 0,15-4 0,4 5 0,13-3 0,27 15 0,-5-4 0,22 11 0,-26-8 0,-1 0 0,17 8 0,6 1 0,-16-4 0,-29-14 0,11 3 0,-17-7 0,0-3 0,-3 0 0,0 0 0</inkml:trace>
  <inkml:trace contextRef="#ctx0" brushRef="#br0" timeOffset="8664">4828 8322 20518,'6'3'0,"5"0"1917,-4 1-1917,7 1 687,-4-2-687,16 5 353,3 6-353,23 4 0,3 6 0,0 0 1100,-16-8-1100,-31 7 0,-39 3 0,0-2 0,-15 4 0,27-16 0,2 0 0,8-5 0,3 2 0,25-1 0,37 11 0,-11-6 0,-6-1 0,-5 2 0,-13-3 0,2 2 0,-15-4 0,-2-3 0,-2 0 0,-2 0 0,-2 0 0,-5 3 0,-5 3 0,-7-1 0,3 0 0,-2-1 0,6-4 0,-9 10 0,5-8 0,-15 16 0,14-12 0,-11 10 0,16-12 0,-7 3 0,10-6 0,1 4 0,1-4 0,1 9 0,0-8 0,1 3 0,3-9 0</inkml:trace>
  <inkml:trace contextRef="#ctx0" brushRef="#br0" timeOffset="11625">2894 11112 24575,'6'-3'0,"5"0"0,25 3 0,9 0 0,-2 0 0,4 0-1163,4 1 1,3-2 1162,8-2 0,2-1 0,2 0 0,0 0 277,-8-1 1,-2 1-278,0 0 0,-4 1 0,7 3 0,-16 0 0,-40 0 0</inkml:trace>
  <inkml:trace contextRef="#ctx0" brushRef="#br0" timeOffset="12342">2816 13508 20739,'6'0'0,"13"-3"1818,-10-1-1818,12 0 650,20 1-650,-16 3 0,34 0 0,-16 0 0,1 0-4075,30 0 4075,-22 0 0,7 0 0,-6 0 0,-10 0 0,-1 0-350,9 1 1,6-1 0,-3-1 349,2-2 0,-3-1-324,1 4 0,0-2 324,1-7 0,-5-1 0,-2 2 0,-4-6 0,-19 10 977,-18 1 1,-1 2 0,-3-2 0</inkml:trace>
  <inkml:trace contextRef="#ctx0" brushRef="#br0" timeOffset="13983">3114 14736 8191,'-34'-16'0,"-7"6"5063,-2 1-5063,-2 2 0,-15 4 0,-4 0 727,25 0 1,0 1-728,-30 3 0,1 4 0,31 1 0,0 1 0,-26 3 0,0 3 0,25 0 0,0 0 0,-14 2 0,-6 1 0,6 0 0,14-2 0,2 2 0,-28 15 0,0 4 0,21-6 0,3 1 0,-2 3 0,3 1 1670,-15 16-1670,12 11 0,26-42 0,0 18 0,0 1 0,4-13 3042,2 11 0,1 4-3042,-6 27 0,8-24 0,0-1 0,-4 25 0,4 0 0,7-39 0,0 30 0,3-35 0,9 34 1742,10-22-1742,-1 4 0,19 7 0,-18-32 0,31 26 0,-17-28 0,7 2 0,1-3-1035,8-4 1035,-7-3 0,8-1 0,-1-3-1651,13-10 0,3-3 1651,0 6 0,5 2 0,-1-4 0,-6-5 0,-2-3 0,3-1 0,-8 4 0,1 0 0,1 0 0,-2-1 0,13-5 0,-2 0 0,-1-2 0,-7 2 0,-1-2 0,-4 2 0,12-3 0,-10 1 0,-15-1 0,-24 10 0,-18 9 0,-2 2 0</inkml:trace>
  <inkml:trace contextRef="#ctx0" brushRef="#br0" timeOffset="14617">2934 15356 24575,'63'32'0,"-28"-10"0,4 2 0,17 3 0,-1 0-894,-23-6 0,-1-1 894,20 6 0,-8-4 578,-27-9-578,9 0 295,-15 4-295,-1-9 0,-6 14 0,0-14 915,-3 5-915,0-7 0,0 0 0,0 8 0,0-6 0,-3 5 0,-5 1 0,1-6 0,-3 5 0,4-9 0,2-2 0,2-2 0</inkml:trace>
  <inkml:trace contextRef="#ctx0" brushRef="#br0" timeOffset="15559">4295 14835 24575,'20'22'0,"-10"-11"0,13 24 0,1 4 0,-7-11 0,17 34 0,-8-13 0,-8-10 0,17 17 0,-14-16 0,-2-3-891,5-3 891,7 27 0,-28-41 0,0-6 0,-13 19 0,4-12 0,-37 33 0,15-13 0,-28 7 0,28-18 0,1-3 0,-10-2 0,-9 14 891,33-28-891,7 3 0,10-9 0,5 3 0,0-5 0,14 2 0,-3-1 0,12 1 0,-17-5 0,2 0 0,-8 0 0,0 0 0,0 0 0,-6-3 0,3 2 0,5-1 0,-6 2 0,5 0 0</inkml:trace>
  <inkml:trace contextRef="#ctx0" brushRef="#br0" timeOffset="16159">2598 16891 19746,'12'6'0,"5"-2"2253,-4 5-2253,4 1 820,-5-4-820,5 7 424,-4-3-424,27 26 1332,-23-18-1332,19 21 0,-26-26 0,3 4 0,-6-5 0,1 1 0,-2-1 0,0 0 0,0 0 0,-2 0 0,1-3 0,1 3 0,1-3 0,5 8 0,-5-4 0,1 1 0,-3-7 0,-4-5 0,2-2 0</inkml:trace>
  <inkml:trace contextRef="#ctx0" brushRef="#br0" timeOffset="16926">3310 16690 24575,'-10'13'0,"-1"-5"0,8-2 0,-11 2 0,-6 11 0,-5 0 0,-14 14 0,0 0 0,-11 6 0,10-2 0,-1 0 0,-16 5 0,26-13 0,1-3 0,4-8 0,22-9 0,-4-3 0,7 0 0,-5 7 0,2-5 0,0 6 0,1-11 0,3 0 0</inkml:trace>
  <inkml:trace contextRef="#ctx0" brushRef="#br0" timeOffset="17559">2826 16727 24575,'3'9'0,"0"2"0,6 21 0,0 9 0,3 13 0,-5-16 0,-2-7 0,-5-4 0,0-7 0,0 6 0,0-14 0,-3-3 0,-2 22 0,1-17 0,-1 22 0,2-23 0,2 4 0,-1-7 0,2-4 0,0-4 0</inkml:trace>
  <inkml:trace contextRef="#ctx0" brushRef="#br0" timeOffset="18300">2922 17249 24575,'0'6'0,"0"8"0,0 11 0,0 9 0,0-4 0,0 18 0,0 10 0,0-9 0,0 5-2055,0 8 1,0 2 2054,4 7 0,-1 1 0,-2 1 0,0-3-813,5-20 1,0-1 812,-5 0 0,-2 3 0,2-3 0,5 3 0,0 0 0,-1-1 0,0 4 0,1 0 0,2 17 0,2-1 0,2 1 0,-1 0-909,-6-1 1,-1 1 908,3 2 0,0-5 0,-5-24 0,1 0 0,3 20 0,3 0 0,0-16 0,2 1 0,1 21 0,0 4 0,1-3 0,-1-1 0,0-8 0,-1-3 0,-3-7 0,-2-3 0,2 24 0,-2-27 0,-3-21 3244,-2-17-3244,1-5 1783,-2-10-1783,0-18 0,0 11 0,0-6 0</inkml:trace>
  <inkml:trace contextRef="#ctx0" brushRef="#br0" timeOffset="20727">2583 17384 24575,'6'-3'0,"30"1"0,9 1 0,-4 1-1382,5 0 0,10 0 0,-2 0 1382,1 0 0,0 0-633,-3 0 1,4 0 0,-1 0 632,-3 0 0,-1 0 0,1 0 0,6 0 0,1 0 0,-6 0 0,-4 0 0,-3 0 659,6 0 0,-10 0-659,-26 3 0,-3-2 0,-9 1 0,-2-2 0</inkml:trace>
  <inkml:trace contextRef="#ctx0" brushRef="#br0" timeOffset="21414">2590 20211 24575,'21'0'0,"26"0"0,27 0-2705,-19 0 1,4 0 2704,13 0 0,0 0 0,-19 0 0,4 0 40,-3-2 0,7-1 1,2-2-1,-7 0-40,11-5 0,-3-1 0,-4 3 0,2 1 0,-8-2 0,17-13 1170,-58 11-1170,-4 7 0,2-4 0,4 0 0,20-2 0,-1-1 0,4 0-58,21 5 0,6 3 58,-10-2 0,4-1 0,2 3-948,8 4 0,4 2 1,0 1 947,-16-2 0,1 0 0,-1 1 0,-3-1 0,5 1 0,-4 0 0,2 1-618,4 1 1,2 1 0,-6-2 617,1-3 0,-6 0 0,-7 4 0,-4 0 0,14-5 0,-55 3 0</inkml:trace>
  <inkml:trace contextRef="#ctx0" brushRef="#br0" timeOffset="25327">3038 12040 24575,'9'0'0,"3"0"0,-6 0 0,6 3 0,-5-2 0,11 5 0,-6-6 0,5 4 0,-3-1 0,1-3 0,59 3 0,-29 2-864,1-5 0,5 1 864,-1 1 0,-1 1 0,16-3 0,7 0 0,-3 0 0,-24 0 0,-2 2 0,0 0 0,0 0 0,-15 2 0,1-4 0,-26 0 0</inkml:trace>
  <inkml:trace contextRef="#ctx0" brushRef="#br0" timeOffset="25838">3043 12811 24575,'32'0'0,"-6"0"0,32 0 0,-13 0 0,2 0-947,-2 1 1,2-2 946,14-2 0,-3 0 0,-7 2 610,-3-6-610,-34 7 78,0 0 0,-8 0 1,-3 0-1</inkml:trace>
  <inkml:trace contextRef="#ctx0" brushRef="#br0" timeOffset="27241">2744 18310 24575,'14'0'0,"19"0"0,30 0 0,-4 0 0,-5 0 0,11 0 0,-6 0-1291,-15 0 0,-1 0 1291,11 0 0,6-1 0,-9 2 0,12 4 205,-25-4 1,-17 4 0,-16-5 0</inkml:trace>
  <inkml:trace contextRef="#ctx0" brushRef="#br0" timeOffset="27857">2769 19143 24575,'54'15'0,"9"3"0,-1-3 0,7-1-3020,3-1 0,2-2 3020,-18-2 0,3-1 0,1-1 0,3 0 0,2-2 0,-1 0 0,-4-1 0,-1-1 0,-1-1 0,2 1 0,-1 0 0,-5-1 0,3-2 0,-6 0 0,20 0 446,-49 0 0,-18 0 0,-2 0 0</inkml:trace>
  <inkml:trace contextRef="#ctx0" brushRef="#br0" timeOffset="52484">4069 5861 24575,'-7'13'0,"1"-2"0,4-5 0,1 3 0,-7 33 0,2 1 0,-5 21 0,4-3 0,-4-7 0,7-1 0,0 2 0,0-15 0,0 3 0,1 7 0,1 5 0,0-5-528,2-8 0,0-2 528,-2 11 0,-1-3 0,2 4 0,-4-18 0,5-7 0,0-12 0,0-9 0,0-4 0</inkml:trace>
  <inkml:trace contextRef="#ctx0" brushRef="#br0" timeOffset="53383">3728 6534 24575,'3'10'0,"2"1"0,-4-4 0,4 4 0,3 3 0,2 0 0,0 2 0,2-3 0,-6-4 0,6 2 0,-3-4 0,3 4 0,0-4 0,1 5 0,4-5 0,-7-1 0,6 3 0,-9-8 0,9 12 0,-8-9 0,6 3 0,-5-1 0,0-3 0,0 0 0,-3 3 0,0-6 0,-3 3 0,6-3 0,23-11 0,-1-2 0,16-15 0,-14 8 0,0-1 0,-1-1 0,0 1 0,24-13 0,-34 22 0,-11 6 0,0 0 0,-6 5 0,-4-2 0,1 3 0</inkml:trace>
  <inkml:trace contextRef="#ctx0" brushRef="#br0" timeOffset="92090">14243 18389 24575,'-18'32'0,"-18"22"0,16-17 0,-3 3-1801,-10 4 0,0 2 1801,5 6 0,1 0 0,-6-10 0,4-3 0,0 20 1124,-6-8-1124,27-38 0,-2 7 0,7-18 0</inkml:trace>
  <inkml:trace contextRef="#ctx0" brushRef="#br0" timeOffset="92783">14270 18313 24575,'6'16'0,"5"9"0,0-2 0,16 25 0,-3-7 0,-6-6 0,-10-13 0,-15-23 0,1 4 0,4 4 0,4 8 0,-2-3 0,0-3 0,0 0 0,0-3 0,0-3 0,0 0 0</inkml:trace>
  <inkml:trace contextRef="#ctx0" brushRef="#br0" timeOffset="92947">14507 18996 8191,'20'72'0,"-7"-7"5063,-7-16-5063,-9-9 704,2-27 1,-3-2-1,4-5 1</inkml:trace>
  <inkml:trace contextRef="#ctx0" brushRef="#br0" timeOffset="93690">14064 18719 24575,'6'-4'0,"-2"2"0,21 2 0,10 0 0,11 0 0,23 0-1417,-28 0 1,1 0 1416,-4-1 0,3 2 0,20 2 0,3 1 0,-15-3 0,1 0 0,11 2 0,1 1 0,-13-4 0,-4 0 0,11 0 898,-25 0-898,-28-39 466,-3 24-466,-1-35 0,-4 42 0,4-5 0,-1 13 0,2-3 0</inkml:trace>
  <inkml:trace contextRef="#ctx0" brushRef="#br0" timeOffset="94215">15265 18324 24575,'-8'22'0,"-2"11"0,-2 33-1385,5-17 0,0 3 1385,-4-3 0,1 0 0,2-1 0,0-1 0,-3 2 0,2-2 0,2 20 0,1-25 0,0-1 879,4 22-879,-3-25 456,2-12-456,3-16 0,-3-4 0,3-4 0</inkml:trace>
  <inkml:trace contextRef="#ctx0" brushRef="#br0" timeOffset="95389">15333 18246 24575,'11'0'0,"-4"3"0,5 0 0,-4 6 0,-1-3 0,2 3 0,1 5 0,0-4 0,23 33 0,-17-28 0,33 28 0,13 7-2293,-9-15 0,4 2 2293,-1 3 0,4 5 0,-4-4 0,7 2 0,-2-2 0,-15-7 0,1 2 0,-10-6 0,3 3 0,-7-4 0,-10-3 0,-26-15 0,-12 4 0,-21-12 0,0 1 0,-25-4 0,25 0 4586,-14 0-4586,16 0 0,-1-4 0,11 3 0,10-2 0,8 3 0,0 0 0,5 0 0,15 0 0,-2 0 0,10 0 0,-5 3 0,-4 1 0,2 3 0,-4-1 0,-1 2 0,-1-1 0,2 4 0,-3 4 0,-2 3 0,-3 0 0,-3 13 0,-3-11 0,-1 12 0,-4-9 0,-2-5 0,0-1 0,-30 12 0,21-18 0,-20 12 0,22-23 0,-1 0 0,-6 0 0,-16 0 0,17 0 0,-12 0 0,26 0 0,0 0 0,3 0 0,0 0 0,-1 0 0,1 0 0,0 0 0,0 0 0,-3 0 0,3 0 0,-3 0 0,3 0 0,-3 0 0,2 0 0,-9 0 0,0 0 0,-2 0 0,1 0 0,7 0 0,1 0 0,6 2 0,-2-1 0,4 2 0,-2-3 0</inkml:trace>
  <inkml:trace contextRef="#ctx0" brushRef="#br0" timeOffset="99024">21763 18036 24575,'-33'37'0,"-1"0"0,-11 9 0,4 1 0,2-3 0,10-13 0,11-5 0,16-23 0,2 0 0</inkml:trace>
  <inkml:trace contextRef="#ctx0" brushRef="#br0" timeOffset="99782">21871 17858 24575,'12'30'0,"6"9"0,-4-9 0,9 21 0,-1-5 0,-8-11 0,5 4 0,-10-21 0,7 22 0,2-6 0,-8 1 0,4-3 0,-10-1 0,2-10 0,0 18 0,3 0 0,3 15 0,1 9 0,-7-17 0,0-2 0,1 4 0,1 14 0,-7-52 0,-2-25 0,-3-25 0,0 4 0,0-9 0,4 38 0,0 2 0</inkml:trace>
  <inkml:trace contextRef="#ctx0" brushRef="#br0" timeOffset="100433">21786 18437 19842,'-3'-6'0,"3"0"2211,-6 3-2211,3 0 804,0 0-804,8 2 415,7-1-415,35 2 0,-7-3 0,4-1-464,4 0 1,2-1 463,12-2 0,-3-1 0,9-4 0,-28 9 0,-4-1 0,-9-3 0,9 3 0,-21 0 0,-7 2 0,-4-1 0,-2 2 0,-2-2 0</inkml:trace>
  <inkml:trace contextRef="#ctx0" brushRef="#br0" timeOffset="101190">22636 18055 24575,'4'2'0,"1"2"0,-4 2 0,1 2 0,2 7 0,-4 12 0,4 44 0,-4-10 0,0 12 0,0-34 0,0-2 0,0 22 0,0-18 0,0 1-620,0 29 620,0-17 0,0-11 0,0-16 0,-3-10 0,2-7 0,-1 1 0,2-2 0,0 1 0,0-4 0,0-3 0</inkml:trace>
  <inkml:trace contextRef="#ctx0" brushRef="#br0" timeOffset="102659">22650 18190 19929,'2'-6'0,"2"0"2174,-1 0-2174,2 0 789,-1-1-789,2 1 407,-3 0-407,8 3 1276,4 8-1276,-1 0 0,3 9 0,-11-10 0,-3 7 0,3-7 0,-2 12 0,2-8 0,3 22 0,-2-10 0,-1 10 0,-3-12 0,-3-7 0,0-5 0,0 0 0,3-2 0,-3 1 0,6 1 0,-6 1 0,3 1 0,-3-2 0,3 3 0,0-2 0,0 2 0,0 4 0,-3-5 0,0 6 0,0-6 0,0-1 0,0 2 0,0-1 0,-5-1 0,1 4 0,-5-4 0,3-1 0,2 0 0,-4-3 0,4 0 0,-10 3 0,6-3 0,-3 0 0,5 3 0,2-3 0,-1 3 0,12-3 0,3 0 0,39-3 0,-19 0 0,21 3 0,-28-2 0,-5 5 0,4-5 0,-12 1 0,4 1 0,-8-2 0,0 9 0,-3-5 0,0 9 0,-3 1 0,0-2 0,0 18 0,0-11 0,-4 12 0,4 0 0,-7-7 0,3 2 0,-5-10 0,-1-5 0,1-3 0,0 0 0,-3-3 0,5-2 0,-7-2 0,-1-2 0,-3 0 0,-5-3 0,-9 2 0,6-3 0,-1 4 0,13 0 0,5 0 0,3 0 0,0 0 0,3 0 0,0 0 0</inkml:trace>
  <inkml:trace contextRef="#ctx0" brushRef="#br0" timeOffset="104267">23950 18169 24575,'-11'-9'0,"3"5"0,-6-2 0,0 3 0,0 2 0,-8-6 0,4 6 0,-5-2 0,4 3 0,-13 0 0,3 0 0,-16 5 0,-7 1 0,7 5 0,2 3 0,18-8 0,4 8 0,10-9 0,-30 14 0,18-7 0,-23 16 0,21-11 0,3 2 0,5-6 0,8-4 0,-3 0 0,1 8 0,1-7 0,0 7 0,0 0 0,2 1 0,-3 5 0,4-7 0,-1 5 0,4-6 0,-4 28 0,7-10 0,-4 19 0,5-21 0,0-7 0,0 6 0,0-17 0,0 18 0,4-13 0,-4-3 0,7 7 0,-3-7 0,6 3 0,-2 4 0,-2-11 0,5 10 0,-4-11 0,8 12 0,-5-11 0,4 10 0,1-9 0,16 17 0,-1-4 0,2-2 0,-6-1 0,-8-14 0,5 6 0,-8-9 0,15 7 0,-12-11 0,23 4 0,2-5 0,-7 0 0,32 0 0,-21-6 0,7-2 0,-13-6 0,-26 3 0,2-2 0,-11 6 0,3-2 0,-3 3 0,-3 2 0,0 2 0</inkml:trace>
  <inkml:trace contextRef="#ctx0" brushRef="#br0" timeOffset="146291">1120 6785 24575,'0'38'0,"-7"29"0,1-30 0,-3 2-3517,-5 17 0,-2 0 3517,4-13 0,0 1 0,-9 22 0,-2 3-692,6-6 1,1 2 691,0-7 0,-1 4 0,0 2 0,-3 2 0,0 2 0,1 2-558,5-16 0,1 2 1,0 0-1,-1 2 558,-1 4 0,0 1 0,0 1 0,0 0 0,-1 2 0,1 0 0,-1 1 0,2 1 0,1 3 0,2 2 0,-1-1 0,1-3 0,0-13 0,0-3 0,0 1 0,1 5 0,0 7 0,1 8 0,1 1 0,0-4 0,0-8 0,1-4 0,1-6 0,-1 6-310,0 1 1,0 8 0,-1 3 0,1 1 0,2-5 309,1 6 0,2-1 0,1-2 0,-1-1 0,0-6 0,-1-1 0,1 0 0,1 0 0,0 1 0,1 1 0,0-2 0,1-3 0,0-2 0,2-3 0,0-4 0,4 5 0,2 0 0,3 2 0,2 5 0,1-2 0,0-6 0,2-2 0,2 1 0,6 6 0,2-1 0,2 0 0,1-4 0,1-2 0,0-3 0,5 7 0,2-1 0,-1-4 0,4 3 0,-2-1 0,-8-11 0,-2-2 0,4 2-100,0 1 1,4 3 0,1 0-1,-1-1 100,-1-1 0,0-1 0,1-1 0,1 0 0,1 0 0,1 0 0,1-1 0,2-1 0,1 2 0,1 0 0,1-1 0,1-1 0,-2-2 0,0-2 0,2 1 0,0 0-335,6 2 1,1 1 0,1-1 0,0-1 334,0-2 0,-1 0 0,1-1 0,2 0 0,-7-3 0,2 1 0,1 0 0,-1-2 0,-1-1 0,3-1 0,-2-1 0,1-2 0,3 1-83,1 0 0,4 1 0,0 0 0,1 0 0,-2-2 83,9 2 0,-2-1 0,1 0 0,3-1-212,-14-5 1,2-1 0,1 1 0,1-1 0,-1 0 0,1 0 211,-2 0 0,1 1 0,0-1 0,-1 0 0,1-1 0,-1-1-111,9 1 1,0-1 0,-1-2 0,0-1 0,0 0 110,-3-3 0,1 0 0,-1-1 0,-2-1 0,-4-1 204,16 3 0,-5 0 1,1-4-205,-10-3 0,2-2 0,0-1 0,1-2 0,4-2 0,2-1 0,0-2 0,-2-2 0,-2 0 0,-2-1 0,1-2 0,2-1 143,0-1 0,4-1 0,0-1 0,-3-1 0,-7 0-143,1-5 0,-6 1 0,2-3 0,-2 3 0,4-2 0,-1 0 0,-2 0 0,9-4 0,-3-1 0,3 0 163,-5 2 0,2 0 0,1-1 0,0 0-163,-1 1 0,0 0 0,-1 0 0,0-1 0,-4-1 0,0 0 0,-1 0 0,0 1 0,-1 2 0,1 1 0,-2 0 0,-4 1 553,0-2 1,-4 1 0,1 0-554,8-4 0,1 0 0,-3 0 0,9-2 0,-5-1 0,-7-1 0,-2 0 1077,-3 7 1,-9 2-1078,-18 1 3093,-15-3-3093,0-16 0,-15-15 0,5 0 1613,-5 16 1,-2-3-1614,3 3 0,1 0 0,0 0 0,-1 0 0,-7-11 0,2 1 1581,0-19-1581,-12 1 0,15 20 0,2-8 0,-1-4 0,1 6 0,0-2 0,0-3 0,0-1-1492,0-9 0,1-3 0,0-1 0,-2-3 1492,2 7 0,-2-3 0,0 0 0,1-1 0,0 3 0,3 5 0,1 1 0,0 0 0,0 2 0,-2 2-998,-1-3 1,0 3-1,-1 1 1,-2-5 997,0-1 0,-2-5 0,-1 0 0,0 0 0,0 3 0,-2-3 0,0 3 0,-1 0 0,-2-4-451,0 2 1,-2-3-1,-1-1 1,0 0-1,-1 2 451,1 2 0,0 1 0,-1 0 0,-1-1 0,-2-3-244,2 10 0,-3-4 0,-1-2 0,0 1 0,0 1 0,1 4 0,2 3 244,-5-9 0,2 7 0,1 0 0,-4-5 49,4 5 0,-3-5 0,-1-3 1,0 2-1,1 4 0,2 8-49,-8-7 0,2 8 0,-2-4 168,2-1 0,-1-3 1,-2-1-1,0 3-168,2 11 0,0 2 0,-1 1 0,0-1 0,-3-5 0,-1-1 0,1 2 0,2 4 0,2 6 0,2 4 0,-2 0 567,-11-7 1,-2-1-1,-4-1-567,4 6 0,-3-2 0,-2 2 0,1 1 0,5 6 0,1 3 0,-1-1 0,-3 0 233,0-1 0,-4-1 0,0 0 0,1 2 0,2 4-233,-14-2 0,3 5 0,-1 3 0,-5 0 0,-2 2 0,0 1 0,17 5 0,-1-1 0,0 2 0,-1 1 0,-4 3 0,-1 2 0,0 0 0,3-1 0,-6-3 0,3 0 0,-4 2 0,3 4 0,-2 2 0,-3 0 0,-3 0 0,10-2 0,-2 0 0,-2-1 0,-3 0 0,-1 0 0,-1 1 0,7 1 0,-2 0 0,-2 1 0,-1 0 0,-1 0 0,0 0 0,1 0 0,0 0-67,0-1 1,0 0-1,0 0 1,0 0-1,0 0 1,0-1-1,1 1 1,0 1 66,-8-1 0,-2 1 0,0 0 0,2 0 0,2 1 0,5-1 0,5 0 0,-4 0 0,7 0 0,2 0 0,-2 0-144,-7 0 1,-1 0-1,1 0 1,2 0 143,-4 0 0,3-1 0,2 2 116,8 0 0,3 1 0,2 0 0,-18-2 1,15 1-1,32 4 0</inkml:trace>
  <inkml:trace contextRef="#ctx0" brushRef="#br0" timeOffset="147743">3453 13694 8191,'-65'32'0,"14"-11"0,-4 0 1839,2-2 0,-1-1-1839,0 1 0,-2 0 0,7-4 0,-3 0 0,0 1 0,3 0 0,0 1 0,0 0 0,1 0 0,0-1 0,0 1 0,-1 1 0,0 0 0,-1 3-16,-12 9 0,-1 3 0,4 0 16,15-7 0,4 0 0,-3 3 0,-4 1 0,-3 4 0,0 1 0,4-2 0,1 3 0,3-1 0,0 1 0,1 1 0,1 1 0,-1 0 57,-5 6 1,-1 0 0,-1 0-58,0-1 0,-1 0 0,3-1 690,9-4 1,1 0-1,-1 0-690,-10 7 0,-2 0 0,3 1 0,11-5 0,3-1 0,-3 2-563,-11 11 1,-3 1-1,0 2 563,15-14 0,0 1 0,1 2 0,-3 4 0,-1 4 0,-2 6 0,0 1 0,0 1 0,1-4-238,-1 2 1,0-2 0,2 0 0,-1 5 237,8-9 0,-1 3 0,0 2 0,0 1 0,2-2 0,1-2 0,-5 12 0,1-1 0,2-2 0,3-2 0,0 6 0,3-3 0,2 7 0,3-4 0,0 8 0,1 2 0,2-4 0,8-39 0</inkml:trace>
  <inkml:trace contextRef="#ctx0" brushRef="#br0" timeOffset="147743">-1 18919 11352,'10'43'-227,"3"14"-77,-1-5 1,3 2 0,7 5 303,4-1 0,7 7 0,5 3 0,2 1 0,2-1 0,-2-4 0,-3-7-318,6 7 0,-1-8 0,0-1 1,6 6 317,-11-13 0,3 5 0,3 4 0,1 0 0,0 0 0,1-2 0,-2-5 0,-1-4-123,5 2 1,-1-6 0,0-3-1,0-1 1,2 0 122,1 1 0,0 0 0,2-1 0,0-2 0,1 0-29,1-1 1,2-2 0,0 0 0,-1-1 0,-2-1 28,1 1 0,-3-1 0,0-1 0,4 0 0,0-2 0,4 0 0,1 0 0,0-2 0,-2-1 0,4 2 0,-1-3 0,0 0 0,4 2 185,0 0 0,3 2 0,2 0 1,0-1-1,1 0-185,-12-6 0,1-1 0,1 0 0,0 0 0,-1-1 0,0 0 0,8 4 0,-3-1 0,2 0 0,2 0 0,6-1 0,-13-6 0,5 0 0,3 0 0,3 0 0,1 0 0,-2-1 0,-2 0 0,-4-1 0,-6-1 0,6 2 0,-7-1 0,-2 0 0,2-1 0,6 0 0,-4-1 0,7 0 0,5 1 0,0-1 0,0 0 0,-4-2 0,-5-1 0,-9-2 354,12-1 1,-9-3 0,1 0-355,13 2 0,2-1 0,-2-2 0,-5-4 0,-2-2 0,-1-2 0,-3-2 0,-2-2 0,-3-2 223,5-1 0,-1-5-223,-8-1 0,2-5 0,-3 1 0,6-3 0,0-3 506,-6 3 0,3-3 1,0-2-507,-2-3 0,-2-1 0,0-1 0,-1 1 0,-1-2 0,0-7 0,-7 0 0,1-6 0,0-5 0,-1 0 0,-3 4 0,-1 0 0,-3 1 0,0 1 0,0-4 217,-3 3 1,2-2 0,-1-1 0,-2 0 0,-4 1-218,0-4 0,-4 1 0,-2 0 0,-1 2 0,3-10 0,-2 2 0,0-3 0,-2 6 0,-1-3 0,-1 0 0,-1 1 0,-1 3 0,-2 2 0,0-1 0,-1 1 0,2-17 0,-1 1 0,-2 4 603,-3-6 1,-2 0-604,-2 20 0,0-5 0,0-1 0,-1 6 0,-1 2 0,0 3 0,0-3-352,0-4 0,0-5 0,0-1 0,0 2 352,0-8 0,1 2 0,-2-2 0,-1-2 0,0-2 0,-2-1 0,1 12 0,-1-3 0,-1 0 0,-1 0-422,-1-4 0,-1-1 1,-2 0-1,0-1 422,0 11 0,-1-2 0,0 1 0,0 1 0,0 2 0,0-2 0,2 3 0,-2-1 0,-4-4-144,-2-2 0,-4-6 0,-2-3 0,-1 1 0,0 2 0,2 6 144,-3-2 0,1 5 0,-1 1 0,-3-4 0,1 2 0,-2-5 0,-2-2 0,-1 0 0,0 3 0,1 5-363,-9-7 0,1 5 0,-1 3 0,-2-1 363,-2 0 0,-1 1 0,0 1 0,1 4 6,-3-2 1,2 4-1,-3-2-6,3 5 0,-1-2 0,-2 0 0,3 4 0,-4 1 0,1 4 0,-2-2 0,8 4 0,-1-2 0,-2 0 0,0 0 0,-4 0 0,-1 0 0,0 1 0,2 3 0,-3-3 0,1 4 0,3 1 0,-10-7 0,6 7 0,-6 0 0</inkml:trace>
  <inkml:trace contextRef="#ctx0" brushRef="#br0" timeOffset="165693">14943 17186 24575,'-7'8'0,"2"-1"0,1 9 0,-1 9 0,0 36 0,-6 6 0,6-2 0,1-27 0,1 0 0,1 4 0,1 0 0,-2-1 0,0-1 0,3 4 0,-1-6 0,-5-4 0,6-23 0,0-9 0</inkml:trace>
  <inkml:trace contextRef="#ctx0" brushRef="#br0" timeOffset="166351">14764 17160 24575,'-12'9'0,"0"0"0,-17 20 0,-23 23-1165,24-21 0,-2 2 1165,-9 4 0,0-1 0,-7 15 746,6-17-746,22-13 0,11-15 0,5 0 0</inkml:trace>
  <inkml:trace contextRef="#ctx0" brushRef="#br0" timeOffset="166926">15061 17121 24575,'16'22'0,"8"10"0,-3-1 0,22 25-2334,3-6 2334,-18-11 0,3 1 0,7-3 0,2 1 0,-6 2 0,1 0 0,0-7 0,-1-3 747,10 11-747,-10-11 96,-23-26 0,0 3 0,-9-7 1</inkml:trace>
  <inkml:trace contextRef="#ctx0" brushRef="#br0" timeOffset="181224">21030 10634 24575,'4'43'0,"1"1"0,-3 5 0,1 2 0,4 13 0,-1 4-2955,-4 1 1,-2-2 2954,4-8 0,0-1 0,-4 9 0,0 0 0,-1-9 0,2 1 0,1-6 0,1 3 0,-1-1 0,-1 12 0,0-4 603,2-10 1,1-5-604,-1-4 0,-3-32 0,3-7 0</inkml:trace>
  <inkml:trace contextRef="#ctx0" brushRef="#br0" timeOffset="181816">20819 11497 24575,'19'9'0,"-7"-4"0,24 22 0,4 13-1209,-12-9 0,1 2 1209,4 3 0,-2 1 0,-9 1 0,-1-1 0,23 23 0,-25-16 672,22 14-672,-17-26 422,9 10-422,-12-24 0,-9-9 0,-6-3 1242,3-3-1242,-6 0 82,6-6-82,11-20 0,10-15 0,0-2 0,0 0 0,-5 5 0,1 0 0</inkml:trace>
  <inkml:trace contextRef="#ctx0" brushRef="#br0" timeOffset="196699">24892 6329 24575,'12'61'0,"-5"-20"0,0 1 0,5 28-887,-7-16 0,-2 6 887,1-6 0,1 3 0,-2 1-1670,-2-2 0,-1 0 0,1 3 1670,0-2 0,1 4 0,1 1 0,-2-4 0,-1 6 0,0-2 0,0-4-532,0 7 1,0 0 531,0-10 0,0 4 0,0-3 0,0 19 0,0-2 0,0-19 0,0 0 0,0 0 0,0-3 0,0 1 0,0-5-220,0 1 0,0-4 220,0 19 565,0-25-565,0-8 932,0-16 1,0-3-1,0-5 1</inkml:trace>
  <inkml:trace contextRef="#ctx0" brushRef="#br0" timeOffset="197266">24724 7949 24575,'0'17'0,"0"-4"0,13 35 0,-2-10 0,2 3-1794,5 11 0,2 3 1794,6 11 0,2 0-811,-1-7 1,1-1 810,-1 3 0,0-1 0,3-12 0,-3-4 401,-11-6 0,-2-3-401,26 13 0,-30-29 0,8-1 1625,-10-17-1625,2-5 2332,13-25-2332,-7 7 0,5-7 0,3-6-822,4-3 0,1-2 822,6-7 0,0 1 0,-8 10 0,-2 4 0,7-8 0</inkml:trace>
  <inkml:trace contextRef="#ctx0" brushRef="#br0" timeOffset="201117">28213 18034 24575,'-7'3'0,"1"0"0,0 11 0,2 1 0,-12 35 0,8-11 0,-1 5-1424,-5 8 1,-2 3 1423,5-6 0,1 2 0,-1 0-806,-5 17 0,1 0 806,4-17 0,0 1 0,0-2 0,0 4 0,-1-1 0,-3 11 0,1-2-539,6-18 0,0-1 539,-3 13 0,0 0 0,3-9 0,2 0 0,1 9 0,2-1 0,2-13 0,1-3 0,5 35 443,4-40 1,-5-24 0,-1-10 0</inkml:trace>
  <inkml:trace contextRef="#ctx0" brushRef="#br0" timeOffset="201783">28106 18250 23601,'29'41'0,"-1"1"0,1-1 0,14 15 0,-8-9 0,-19-19 0,4 3 0,1 1 0,0 13 0,2-4 0,-1 0 0,-1 13 0,6-2 481,-20-22-481,12 9 0,-7-10 0,6 23 0,5 11-660,-3 2 660,-7-28 0,0-2 0,11 19 282,-8-16-282,-1 2 240,-8-20-240,3 21 0,-2-16 0,-2 7 157,-3-14 1,-3-6 0,0-7 0</inkml:trace>
  <inkml:trace contextRef="#ctx0" brushRef="#br0" timeOffset="202359">28161 19102 24575,'36'5'0,"0"-4"0,34 4 0,-34-5 0,3 0 0,-3 0 0,-13 0 0,20 0 0,-27 0 0,-2-3 0,-12 0 0,-2-1 0,0 2 0</inkml:trace>
  <inkml:trace contextRef="#ctx0" brushRef="#br0" timeOffset="202975">28924 18471 24575,'0'6'0,"0"7"0,5 12 0,-4 35 0,4-1-754,-5-19 1,0 1 753,0 30 0,-3-26 0,0 4 0,-1 12 0,-1 1 0,-1-15 0,0-1 0,1 5 0,1-5 366,0-12-366,4 7 0,-6 2 0,5-9 0,-5-1 0,6-22 0,0-8 0,0 0 0</inkml:trace>
  <inkml:trace contextRef="#ctx0" brushRef="#br0" timeOffset="203984">29149 18126 8191,'59'15'0,"1"0"0,-19-5 0,0 1 2383,25 6 1,3 3-2384,-9 0 0,-5 0 0,-15-5 0,-1 1 0,8 2 0,-9 1 2854,-25 5-2854,-2-2 1756,-6 36-1756,-5-33 0,-4 11 0,-4 3 0,-12 3 0,2 2 0,-2 3 0,-1-4 0,0 0 2954,-1 0 0,0 0-2954,5-6 0,1-2 0,-13 17 321,14-26-321,-2 4 0,7-19 0,-1 6 0,-6-5 0,6-3 778,-6 0-778,0-6 0,3 0 0,-8-3 0,-5 0 0,-7 0 0,5 0 0,-21 0 0,31 0 0,-17 0 0,27 0 0,0 0 0,3 0 0,0 0 0,0 0 0,5 0 0,7 0 0,4 0 0,10 0 0,24 0 0,22 7 0,-8-6-352,-10 8 0,-2 2 352,4 3 0,-12 2 0,-1 1 0,7 5 0,-14-1 0,-15-3 0,-9-3 0,-2 8 0,-7-7 0,-29 32 0,7-22 0,-24 28 0,9-19 0,-3 0 704,13-14-704,-16 13 0,19-25 0,-20 14 0,13-11 0,-7-5 0,21 2 0,-4-8 0,16 2 0,2-3 0,-1 0 0,1 0 0,0 0 0,0 0 0,-3-3 0,3 0 0,-3-1 0,5-1 0,4-1 0,1 2 0,2-2 0</inkml:trace>
  <inkml:trace contextRef="#ctx0" brushRef="#br0" timeOffset="205544">30753 18402 20247,'-6'0'0,"0"-3"2035,-1 0-2035,1 0 735,0 0-735,-3 3 378,3-3-378,-6 3 1180,3-3-1180,-4 3 0,-4 0 0,-6 3 0,-11 8 0,-5-1 0,-4 11 0,8-7 0,-6 6 0,16-4 0,-11 10 0,-9 21 0,16-13 0,-18 20 0,33-30 0,-5 3 0,11-4 0,4 0 0,0 9 0,4-7 0,5 13 0,2 2 0,5 3 0,-4 1 0,3 1-1505,17 9 1505,-7 9 0,15 0 0,-20-27 0,2-1-638,25 25 638,-22-27 0,-1-1 0,21 10 0,-6-2 0,-7-15 0,-1-2 0,1-5 1454,-8-6-1454,2 1 689,-10-7-689,0 0 0,1 0 0,18 0 0,-1-3 0,28 0 0,-13-3 0,7-10 0,-9-2 0,-9-7 0,2-7 0,-16 6 0,-1-3 0,-9 4 0,-4 8 0,-2 0 0,1 5 0,-4 2 0,1 2 0</inkml:trace>
  <inkml:trace contextRef="#ctx0" brushRef="#br0" timeOffset="206573">31488 18308 24575,'4'26'0,"0"0"0,-2-8 0,-1-1 0,2-5 0,-3 0 0,2-3 0,4 37 0,-2-23 0,-1 20 0,-2 2 0,-1-13 0,4 18 0,-1 3 0,-1-1 0,1-9 0,1 3-1053,3 8 0,0 0 1053,-2-3 0,1-1 0,1-1 0,2-1 0,1-2 0,-2-7 0,-5-16 0,11 16 0,-13-28 0,5 2 0,-5-7 2106,4-2-2106,-1-2 0,-1-2 0,0 0 0</inkml:trace>
  <inkml:trace contextRef="#ctx0" brushRef="#br0" timeOffset="207523">31560 18093 8191,'16'-4'0,"0"1"5063,-7 0-5063,3 2 2818,1-2-2818,21-2 1719,-11 3-1719,18-3 6784,-9 5-6784,-7 0 0,42 6 0,-35-1 0,27 10 0,-36-7 0,0 7 0,-5-5 0,-4 1 0,9 23 0,-16-14 0,13 21 0,-19-9 0,2-7 0,-3 16 0,7 19 0,-5-19 0,4 18 0,-6-36 0,0-5 0,0 22 0,0-18 0,0 19 0,0-18 0,-3-5 0,-1 4 0,-4 5 0,-11 43 0,2-18 0,7-12 0,-1-2 0,-10 5 0,7-8 0,-8 4 0,-3 0-448,-5 0 448,3-1 0,1-2 0,2-13 0,-8 10 0,7-9 0,-1 0 0,8-7 0,6-11 448,8 0-448,-4-3 0,5 3 0,-6-6 0,2 6 0,-2-6 0,3 6 0,0-3 0,-8 7 0,6-3 0,-8 4 0,9-5 0,-4 2 0,-1 4 0,-1 1 0,0-1 0,7-3 0,4-3 0,2-3 0,0 0 0</inkml:trace>
  <inkml:trace contextRef="#ctx0" brushRef="#br0" timeOffset="208291">32511 18101 24575,'62'10'0,"-25"-8"0,19 9 0,6 2-2369,-14-8 1,1 0 2368,0 4 0,4 2 0,-3-1 0,7-2 0,-2 1-163,7 5 1,-7-1 162,-10-5 1134,-12 4-1134,-17-12 0,-9 0 0,-1 0 0,-3 0 0</inkml:trace>
  <inkml:trace contextRef="#ctx0" brushRef="#br0" timeOffset="209326">32770 18144 9012,'-10'12'0,"-1"6"5118,4-8-5118,-2 7 2694,3-8-2694,3 4 1607,-7 4-1607,4 10 0,-2 7 0,-2 9 0,9 9 0,-4 2 0,5 17 5289,0 3-5289,0 0 0,0-33 0,0-1 0,0 25 0,0 7 0,5-9 0,-2-19 0,1 3 0,3-3 0,0-1 0,-2-3 0,0-2 0,8 30 0,-9-43 0,1 2 0,-5-5 0,5 5 0,-1-10 855,1 9-855,3-14 0,-4-2 0,8 4 0,-8-8 0,1 3 0,-2-6 0,0 3 0,6-3 0,-3 3 0,25 12 0,-12-4 0,18 6 0,4-2 0,13 1-921,-19-9 0,4 0 921,29 5 0,1-1 0,-30-6 0,0-1 0,24 4 0,-2 0 0,-7-5 0,-17-1 0,-11-7 0,-29-2 0,-7-2 0,1 0 0,0 3 0,6 0 0,0 3 0</inkml:trace>
  <inkml:trace contextRef="#ctx0" brushRef="#br0" timeOffset="209822">32744 18859 24575,'42'9'0,"21"8"0,-18-10 0,5 1-351,-3 3 1,5 2-1,0-2 351,-1-5 0,0 0 0,-2 0-913,14 6 0,-5 0 913,-12-8 0,-10-1 679,-22 1-679,-5-4 0,-3 0 0,-3 0 0,0 0 0</inkml:trace>
  <inkml:trace contextRef="#ctx0" brushRef="#br0" timeOffset="225945">29041 10502 24575,'34'54'0,"0"0"0,1-1 0,-1 1 0,0 0 0,0-1 0,2 6 0,0 1 0,1 2 0,-2-3 0,-4-4 0,-4-6-1609,-2 0 1,-4-6 0,-1 1 1608,3 5 0,-1 1 0,0 1 0,0-2 0,-2 1 0,-1-5 0,0 0 0,-2-2 505,4 2 1,0-2-506,10 19 0,-10-34 881,-11-17-881,-1-9 0,0-2 0,1 0 2523,-1 0-2523,-1-3 410,2-3-410,16-31 0,13-10 0,-5 2 0,1-1-1398,-9 17 1,3-1 1397,7-10 0,6-4 0,-6 6 0,9-7 0,-9 13 0,9-6 0,6-3 0,1 0-1172,-2 3 0,5-1 1,1 0-1,1 0 1,-1 0 1171,-2 1 0,0 1 0,1 0 0,2-2 0,3-1 0,-7 5 0,5-3 0,2-1 0,2-1 0,-1 0 0,-2 2 0,-5 4 0,-6 3-1071,19-12 0,-9 7 1,4-2 1070,-6 3 0,6-4 0,0 0 0,-6 4 0,-14 8-188,10-5 188,-8 0 0,-8 7 1332,-27 22-1332,-9 0 4834,-1 3-4834,-5 0 5441,0 0-5441,-3 0 111,3 3 1,0-2-1,3 1 1</inkml:trace>
  <inkml:trace contextRef="#ctx0" brushRef="#br0" timeOffset="226927">35725 10162 24575,'14'28'0,"25"19"0,-10 0 0,4 9-3213,2-8 0,4 3 1,0 0 3212,-1 3 0,-1 1 0,2 1 0,2 3 0,0 1 0,2 0-185,2 0 0,1 0 1,-3-3 184,-11-11 0,-1-1 0,1-1 0,8 6 0,2-1 0,-3-1 0,3 9 0,0-4 709,6-4 0,-2-5-709,-20-12 0,0-7 0,22-9 0,-22-53 0,1 1 0,6-8 0,2 2 268,0 5 0,0 2 1,5-3-269,4-2 0,5-2 0,1-1 0,0 4 0,7-3 0,0 3 0,3 1 0,-11 9 0,2 1 0,1 1 0,1-2 0,6-5 0,1-1 0,1 0 0,-3 1 0,-7 7 0,-2 1 0,0 0 0,1-3 0,2-3 0,2-2 0,0-2 0,-2 2 0,-7 2 0,17-13 0,-7 2 0,7-5 0,-13 4 2745,-29 11-2745,-19 22 669,5-6-669,-5-10 0,2 6 0,-3-15 4555,0 17-4555,0 2 0,0 8 0,0 6 0,0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1T08:57:01.23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10261 7933 24575,'-2'59'0,"0"-1"0,0 1 0,-1 7 0,1 2 0,-2 4-1967,1-13 1,-2 4 0,1 2 0,-1-2 0,1-5 1469,1 6 1,-1-5-1,2 6 497,-1-1 0,0 9 0,1 1 0,2-4 0,2-11 210,6 6 1,3-6-211,-2-7 0,1 3 0,2 1 502,7 11 0,3 2 0,3 1-502,-3-12 0,3 2 0,1 0 0,-2-2 0,-2-2 0,-2-1 0,1 0 0,3-1-491,3 1 1,4 1 0,-1-2-1,-3-6 491,6 13 0,0-7 0,12-2 0,0-1 1695,-14-6 0,0-1-1695,9 1 0,0-2 1141,-10-10 0,-2-1-1141,16 19 664,-17-22-664,-19-18 3324,3 24-3324,6 6 0,4 4 0,7 11 0,1 1-556,-2-5 0,2 0 0,4 7 556,-5-9 0,2 5 0,2 4 0,3 1 0,0 0 0,1-2-742,3-1 0,0-1 1,2 1-1,1-1 1,1 1-1,1 2 742,-5-7 0,0 1 0,2 2 0,0 0 0,1-1 0,-1 0 0,-1-3 0,-2-3 0,11 11 0,-3-4 0,-1-2 0,3 0 0,3 1 0,-4-5 0,2 0 0,2 2 0,2-1 0,-1-1 0,0-2 0,-1-3 0,6 4 0,-1-4 0,0-3 0,2 1 0,4 2 0,-11-7 0,3 0 0,1 1 0,1 1 0,2-1 0,1 1 0,0-2 0,0 0-525,4 0 1,2 1-1,1-1 1,1-1 0,-1 0-1,-1-2 1,-2-1 0,-4-2 524,1 0 0,-4-2 0,-3-2 0,1 0 0,2-1 0,5 0-351,-2-1 0,5 1 0,3 0 1,1-1-1,-1-1 0,-3-1 0,-5-2 1,-7-3 350,12 5 0,-9-5 0,11 2-142,-10-4 1,8 2-1,7 1 1,3 1-1,3 0 1,0-1-1,-2 0 1,-3-1 141,-8-3 0,-1 0 0,-1-1 0,0 0 0,1-1 0,1 1 0,1 0 0,4 1-40,-5-2 0,2 1 1,2 1-1,2-1 0,1 1 1,0 0-1,1-1 0,-1 1 1,-1-1-1,-2 0 0,-1-1 40,6 2 0,0-1 0,-2 1 0,0-1 0,0-1 0,-2 1 0,-1-1 0,-1 0 0,0-1 0,6 2 0,-1-1 0,-2 0 0,0 0 0,-2-1 0,0 0 0,-2 0 0,3 0 0,-4 0 0,0 0 0,0-1 0,2 1 0,4-1 0,-7-2 0,3 1 0,0-1 0,3 0 0,0 0 0,2 0 0,1 0 0,2 0 0,-10-1 0,0-1 0,3 1 0,0 0 0,1-1 0,1 1 0,1-1 0,0 0 0,1 0 0,0 0 0,0-1 0,-5 0 0,0-1 0,1 0 0,0 0 0,1 0 0,0 0 0,1-1 0,0 1 0,0-1 0,1 0 0,0 0 0,0-1 0,0 1 0,0-1 0,2 0 0,0-1 0,1 1 0,0-1 0,1 1 0,0-1 0,-1-1 0,0 1 0,-1-1 0,-2 1 0,0-1 0,-3-1 0,-1 1 0,7-1 0,-3 0 0,-3 0 0,-1 0 0,-1-1 0,0 0 0,1 0 0,2-1 0,1-1 0,4 0 0,-9 0 0,3 0 0,1 0 0,1-1 0,2 0 0,0-1 0,1 0 0,0 0 0,1-1 0,-1 0 0,-1 0 0,-1-1 0,0-1 0,-2 0 0,6-1 0,-2-2 0,0 0 0,-2-1 0,1 0 0,-1-1 0,0 0 0,1 0 0,0-1 0,0 1 0,2-1 0,0 1 0,-4 1 0,0 0 0,0 1 0,0-1 0,1 0 0,0 0 0,1-1 0,0 1 0,0-1 0,1 0 0,0 0 0,1 0 0,0-2 0,1 1 0,-7 0 0,0 1 0,1-2 0,0 1 0,1-1 0,0 0 0,0-1 0,1 1 0,0-1 0,0 0 0,1 0 0,-1 0 0,2 0 0,-1 0 0,1-1 0,-1 1 0,1 1 0,-2-1 0,0 1 0,1-1 0,0 1 0,1-1 0,0 0 0,1 0 0,0 1 0,-1-1 0,1 0 0,0 0 0,-1 0 0,1 0 0,-1 0 0,-1 1 0,0-1 0,-1 1 0,0-1 0,-1 1 0,4-1 0,0 0 0,-1 0 0,-1 0 0,0 0 0,-1 0 0,-1 1 0,1-1 0,-1 0 0,1 1 0,0-1 0,1 0 0,0 1 0,1-1 0,1 0 0,2-1 0,-9 3 0,1-1 0,2 0 0,0 0 0,1 0 0,1 0 0,0-1 0,1 1 0,-1 0 0,1-1 0,-1 1 0,0 0 0,0 0 0,-1 0 0,-1 1 0,-1-1 0,0 1 0,-2 1 0,-1-1 0,-2 1 0,15-3 0,-2 1 0,-1 0 0,-2 0 0,-1 1 0,-1 0 0,-1 1 0,0-1 0,1 1 0,-1 0 0,1-1 0,2 1 0,0 0 0,-1 0 0,2 1 0,0-1 0,1 1 0,1 0 0,-1-1 0,1 1 0,-1 0 0,-1 1 0,-1-1 0,-1 1 0,-1 0 0,-3 0 0,-2 1 0,13-2 0,-4 0 0,-3 1 0,-1 0 0,-2 0 0,1 1 0,1-1 0,2 0 0,3 0 0,-7 1 0,2 0 0,3 0 0,0-1 0,2 1 0,0-1 0,-1 1 0,0 0 0,-2-1 0,-2 1 0,-2 0 0,-4 0 0,7-1 0,-4 1 0,-3-1 0,-2 0 0,0 1 0,2-1 0,2 0 0,4-1 0,-5 2 0,4-2 0,2 1 0,2-1 0,1 0 0,0 0 0,1 0 0,-1 0 0,-2 0 0,-1 0 0,-2 0 0,5 0 0,-1-1 0,-1 1 0,-1-1 0,-1 1 0,-1 0 0,0 0 0,-1 0 0,-1 0 0,0 0 0,-2 1 0,-1-1 0,-1 1 0,0 0 0,1 0 0,0-1 0,2 1 0,-2 1 0,1-1 0,0 1 0,0-1 0,1 1 0,0-1 0,1 1 0,-1 0 0,0-1 0,0 1 0,0-1 0,1 1 0,-1 0 0,0-1 0,1 1 0,0-1 0,1 1 0,1-1 0,-2 1 0,0 0 0,1 0 0,1 0 0,0 0 0,0 0 0,1 0 0,0-1 0,0 0 0,0 0 0,-3 0 0,1 0 0,0-1 0,1 0 0,0 0 0,0 0 0,0-1 0,-1 1 0,0-1 0,-2 1 0,0-1 0,7-1 0,0 1 0,-2-1 0,0 0 0,0-1 0,-2 1 0,0 0 0,-1-1 0,-1 0 0,1-1 0,0 0 0,-2 0 0,-1-1 0,0 0 0,-1 1 0,0-1 0,-1 0 41,5 0 1,1-1 0,0 0-1,-2-1 1,-3 2 0,-3-1 0,-6 1-42,4-2 0,-8 0 0,-1 0 0,5-3 176,-1 2 0,3-3 0,3 0 0,1-1 1,-2-1-1,-2 1-176,1-1 0,-3 1 0,0-1 0,1-1 0,3-2 0,4-1 0,2-1 0,1-2 0,2-1 0,-2-1 0,-1-3 0,-11 2 0,1-1 0,0-2 0,-1-2 0,-2 1 0,-3 0 0,-3 0 0,5-5 0,-5 0 0,-2 0 0,-2-1 0,-1-1 0,0-2 0,-1-2 0,-2-1 0,-5 0 0,-9-1 455,-6-7 0,-8 0 0,-7-1 0,-5 0-455,-8-1 0,-7 1 0,-4-1 0,0 1 0,2 3 0,-1 1 0,-3-1 0,-5-2 243,-2 6 1,-3-2-1,-4-1 1,-2 0 0,-2 1-1,1 3-243,-7-5 0,-1 3 0,-2 1 0,-2 1 0,-2-2 63,4 5 0,-1-2 1,-1 1-1,-3 0 1,-1 1-1,-4 2-63,6 7 0,-3 1 0,-2 1 0,-2 0 0,0 1 0,0 2 0,1 1 0,2 3 0,-4-1 0,3 2 0,0 3 0,0 1 0,-5 1 0,-4 0 0,3 3 0,-4 1 0,-4 0 0,-2 0 0,-2 2 0,0 0 0,-1 2 0,2 0 0,2 3-197,3 1 1,2 2-1,-1 2 1,1 0 0,0 1-1,-1 1 1,0 0-1,0 0 1,-2 0 196,3 1 0,0-1 0,-1 1 0,-1 0 0,1 0 0,-1 1 0,-1-1 0,0 2 0,0-1 0,-1 1-168,3 0 1,-1 1 0,-1 0 0,0 0 0,0 0 0,-1 1 0,1 0 0,0 0 0,0 1-1,1 0 1,1 0 167,-8 2 0,0 0 0,0 0 0,1 2 0,1-1 0,0 1 0,0-1 0,1 0 0,1 0-103,4-2 1,0 1 0,1-1 0,0 0 0,1 0-1,0 0 1,0 1 0,0-1 0,0 2 102,-8 0 0,-2 1 0,1 0 0,-1 1 0,3 0 0,1-1 0,4 0 0,4-1-23,-4-1 1,7 0 0,3-2-1,-4 1 1,-7 1 22,6 0 0,-3 1 0,-5 0 0,-2 0 0,-2 1 0,-1-1 0,-1 0 0,1-1 0,1 1 0,6-1 0,1-1 0,0 0 0,0 0 0,-1 0 0,0 0 0,-2 0 0,-1 0 0,-1 0 0,-2 1 0,10 0 0,-3 0 0,0 0 0,-3 0 0,0 0 0,-1 1 0,0-1 0,-1 1 0,0-1 0,1 0 0,1 1 0,1-1 0,1 0 0,1 0 0,-8-1 0,1 0 0,0 0 0,0 0 0,1 0 0,1 0 0,1 0 0,1 0 0,2 0 0,1 1 0,1 0 0,-8 0 0,2 1 0,1 0 0,2 1 0,1-1 0,2 0 0,1 0 0,2-1 71,-5 0 1,4 0 0,1-1 0,1 0 0,-1 0 0,-4 0-72,1 1 0,-2 0 0,-1 0 0,0 0 0,-3 0 0,0 1 0,-2-1 0,9 0 0,-1 0 0,-1-1 0,-1 1 0,-1 0 0,-1 0 0,-1 0 0,-2 0 0,0 0-34,8 0 0,-2-1 0,-1 1 0,-1 0 0,0 0 0,-2-1 1,1 1-1,-1 0 0,0 0 0,2 0 0,0 0 0,1 0 34,-2 1 0,0-1 0,0 1 0,1 0 0,0-1 0,0 1 0,1 0 0,0 0 0,0 0 0,1-1 0,1 1 0,-9-1 0,1 0 0,1 0 0,2-1 0,-1 1 0,-1 0 0,0 0 0,-2 1 0,-2 0 0,10 0 0,-1 1 0,-2 0 0,0 1 0,0 0 0,-2-1 0,0 1 0,0 1 0,0-1 0,0 0 0,0 0 0,0 1 0,-1-1 0,1 0 0,-1 1 0,0-1 0,0 1 0,0 0 0,0 0 0,-1 0 0,0 0 0,-1 0 0,0 0 0,-1 0 0,6 0 0,0 0 0,0 0 0,0 1 0,-1-1 0,0 0 0,-1 1 0,0-1 0,0 1 0,-1-1 0,0 1 0,-1-1 0,0 1 0,-1-1-24,8 0 1,-2 0 0,-1 0 0,-1 0 0,0 0-1,-1 0 1,-1 0 0,1 1 0,0-1 0,0 0-1,1 0 1,0 0 0,2 0 0,1-1 0,1 1-1,2 0 1,1-1 23,-13 1 0,4 1 0,1-1 0,3 0 0,0-1 0,1 1 0,0 0 0,-1-1 0,-2 1 0,-2-1 0,-3 1 0,11-2 0,-2 1 0,-1-1 0,-3 1 0,0-1 0,-1 0 0,-1 1 0,0-1 0,-1 0 0,2 0 0,-1 0 0,2 0 0,1 1 0,2-1 0,1 0 0,3 0 0,-10 1 0,3-1 0,2 1 0,2 0 0,1-1 0,0 1 0,0-1 0,-2 1 0,-1 0 0,-2 0 0,-4 0 0,9-1 0,-2 1 0,-1 0 0,-2-1 0,-2 1 0,0 0 0,-1 0 0,-1-1 0,0 1 0,0 0 0,0 0 0,0 0 0,1 0 0,1 0 0,0 0 0,2 0 0,-4 1 0,0-1 0,2 1 0,-1-1 0,2 0 0,-1 1 0,1-1 0,-1 1 0,1-1 0,-1 1 0,-1 0 0,0 0 0,0 0 0,-2 0 0,8 0 0,-1 0 0,-1 1 0,-1-1 0,-1 1 0,0 0 0,-1 0 0,1 0 0,0-1 0,0 1 0,1 0 0,1 0 0,1 0 0,1-1 0,1 0 0,2 1 0,2-1 0,-12 0 0,2 1 0,3-1 0,2-1 0,1 1 0,1 0 0,0 0 0,-2 0 0,0 0 0,-3 1 0,-2 0 0,8 0 0,-2 0 0,-2 0 0,-1 1 0,-1 0 0,-1 0 0,0 1 0,0-1 0,0 0 0,1 1 0,1-1 0,1 0 0,2 0 0,1 0 0,3 0 0,-11 0 0,3 1 0,3-1 0,1 0 0,1 0 0,1 0 0,-2 1 0,-1-1 0,-2 0 0,-3 1 0,8-1 0,-3 0 0,-1 0 0,-2 0 0,-1 1 0,0-1 0,-1 0 0,0 1 0,0-1 0,1 1 0,0-1 0,2 0 0,2 1 0,2-1 0,-6 1 0,2 0 0,1-1 0,0 1 0,2 0 0,0 0 0,1 0 0,0-1 0,2 0 0,-1 0 0,1 0 195,-7 0 0,0 0 1,1-1-1,1 0 1,0 0-1,2 0 1,1 0-1,2-1 1,1 0-196,-13 1 0,3-1 0,1 0 0,3 0 0,1-1 0,1 0 0,-3 0 0,4 0 0,0-1 0,-1 0 0,-4-1 0,6 0 0,-4 0 0,-2 0 0,-1-1 0,1 0 0,3 0 0,5 0 0,-1 0 0,5-1 0,1 0 0,-1 0 0,-4 1 223,2 0 1,-5 0 0,-2 0 0,-1 0 0,1 0 0,3 0-1,4 0-223,-15-1 0,6 0 0,1 0 0,-4 0 0,5 0 0,-4 0 0,0 0 0,1 0 0,5 0 0,4 0 0,4 0 0,0 0 0,-6 0 0,4 0 0,-4 0 0,-3 0 0,0 0 0,0 0 0,4 0 0,-5 0 0,2 0 0,1 0 0,1 0 0,3 0 0,-3 0 0,3 0 0,1 0 0,3 0 0,-17 0 0,2 0 0,28 0 0,37 0 0</inkml:trace>
  <inkml:trace contextRef="#ctx0" brushRef="#br0" timeOffset="62802">11426 10532 24575,'-5'41'0,"1"1"0,3 9 0,2 8 0,0 6 0,-1-8 0,-1 6 0,1 3 0,0 2 0,0-1-1192,1-6 0,0 1 0,0 1 1,1 0-1,-1 1 0,0 0 1192,0 5 0,-1 3 0,0 0 0,0-1 0,-1-3 0,1-4 0,0 7 0,0-5 0,0-2 0,0-3 180,2 13 0,0-4 0,0-14-180,0-2 1420,4-35-1420,-1 11 0,-4 18 0,-1 5 0,5 16-222,-5-22 0,-1 6 0,2-2 222,2 17 0,0-2 0,2 0 0,-1 2 0,-1-5 0,0 3 0,0-7 1677,0-9 1,0-2-1678,0 13 0,-1-4 1450,-1-3-1450,4-5 0,-5-22 0,0-17 884,0-2-884,0 1 168,3 0-168,-3 3 0,3 3 0,0 0 0,-3 8 0,6-6 0,-2 8 0,5-10 0,-5 0 0,4-3 0,-7-4 0,4 2 0,-4 2 0,2-3 0,-1 0 0,-1-3 0,13 0 0,19 8 0,10 5 0,9 4 0,8 2 0,-7-5 0,7 0 0,3 2 0,1-1-859,4 2 0,1 1 0,3 0 0,1-2 859,-3-3 0,2-1 0,2-2 0,-1 1 0,-3-2-894,-8-2 1,-2 0-1,0-1 1,-2-1-1,-1 0 894,3-2 0,-1 0 0,-2-1 0,-1-3 0,11 0 0,-2-3 0,2-1-304,-10-2 1,1 0-1,1-1 1,1-2 303,13 0 0,2-2 0,0-1 0,0 1-588,-5-1 1,0 1 0,-2 0-1,-2-3 588,10-2 0,-3-2 0,-6-1 0,6-5 0,-7-1 51,-8 1 1,1-1-52,-12 5 0,3-1 0,3-1 574,-2 0 0,4-1 0,1 0 0,0 1-574,0 1 0,-1 1 0,2 1 0,3-2 0,2-1 0,5-2 0,0 1 0,-2 0 0,-6 3-113,3 1 0,-5 3 0,-2-1 113,0-2 0,-1-1 0,-10 6 2886,0 8-2886,12 0 0,6-1 0,-2 2 0,5 0 492,3-1 1,8-1 0,0-2-493,-17-1 0,1-1 0,-1-1 0,-5 1 0,15-1 0,-4-1 0,16-4 0,-21 2 0,-52 7 0,-5 3 0</inkml:trace>
  <inkml:trace contextRef="#ctx0" brushRef="#br0" timeOffset="64819">12712 10512 24575,'38'0'0,"0"0"0,19 0 0,7 0 0,-3 0 0,5 0 0,4 0-2458,0 0 0,4 0 1,1 0-1,-1 0 2406,-6 0 1,0 0 0,-1 0 0,0 0 51,-4 0 0,-1 0 0,0 0 0,4 0-127,-1 0 1,3 0 0,1 0 0,1 0 0,-2 0 126,-5 0 0,-2 0 0,1 0 0,1 0 0,5 0 0,-3 0 0,5-1 0,2 1 0,1 0 0,1 0 0,-2 0 0,-2 1-321,2-1 0,-1 2 0,0-1 0,-2 0 1,-1 1-1,0-1 321,5 1 0,-2-1 0,0 1 0,-1 0 0,0 1 0,1 1 0,0 0 0,0 1 0,-2 1 0,-1-1-282,5 1 0,-1 1 0,-1-1 0,1 1 282,-9-1 0,0 1 0,2-1 0,-1 0 0,2 1 0,3 0 0,3-1 0,-1 1 0,-2 0 0,-5-2 0,8 2 0,-5-2 0,-1 0 0,6 1 0,0-1 0,-11-1 0,11-4 2706,-26 3-2706,-13-2 2271,-10 3-2271,35 5 5814,-8 4-5814,13 5 0,-15-3 2929,-21-5-2929,-16-6 0,13 5 0,-13-5 0,6 6 0,-9-4 0,-4 2 0,-2 2 0,-1 22 0,-2 13 0,-2 12 0,-1 9 0,3 1 0,1 6 0,0 1-339,-2-17 0,0 1 1,0 0-1,1 0 339,0 16 0,1-1 0,1-3 0,0-14 0,1-2 0,1 1 0,3 8 0,2 1 0,0-5 0,3-2 0,3 3 0,0-2 0,2 9 0,1 1 0,-1-3 0,1 2 0,0-3 0,0 6 0,-2-9 0,0 5 0,0 2 0,0-2 0,-1-4 0,2 11 0,-1-5 0,-2 2 0,-3-12 0,-1 2 0,0-2 0,-2-9 0,3-3 0,-5-7 0,-25 29 0,1-59 0,-32-14 0,1-3 0,-15 2 0,6 6 1355,0 1-1355,10 2 0,16-3 0,-4 0 0,14 0 0,-21 0 0,-8 0 0,11 0 0,-5 0 0,-14 2 0,-9 0 0,0 0-1283,5-2 0,-1 0 0,3 1 1283,11 1 0,1 0 0,-5 0 0,-10-1 0,-6 1 0,-2-1 0,2 2 0,9 0 0,1 1 0,-1 1 0,-3 0 0,5-1 0,-3 2 0,-2-1 0,-1 1 0,1 0 0,2 0 0,-6 1 0,1-1 0,1 1 0,1 0 0,2 0 0,-7 1 0,2 0 0,2 0 0,1 1 0,7-1 0,0 0 0,2-1 0,5 0 0,-18-2 0,5 1 0,2 2 0,9-1 0,15-7 0,31 0 0</inkml:trace>
  <inkml:trace contextRef="#ctx0" brushRef="#br0" timeOffset="81918">10973 11635 24575,'48'-6'0,"-1"1"0,19-6 0,1 0 0,-9 0 0,-1 0-822,1 0 1,-7 1 821,-1 5 533,-24 2-533,1 2 271,-10-1-271,19 2 0,33 0 0,-22-2 0,6-1 0,0 1-795,18 1 0,5 0 795,-8-4 0,10-3 0,-1-1 0,-11 2 0,-1-2 0,-4 0 256,0 1 1,2-1 0,-23-5-257,-33-10 0,-26 13 0,-7-2 0,10 9 0,4 1 0,10 3 0</inkml:trace>
  <inkml:trace contextRef="#ctx0" brushRef="#br0" timeOffset="82704">12069 11269 24575,'43'15'0,"-1"0"0,-4-3 0,-1 0 0,25 11 0,-21-14 0,-21 0 0,-9-8 0,-5 4 0,-2-2 0,2 14 0,-5 18 0,-1 9 0,6-2 0,1 4 0,-2 23 0,-1 4 0,2 1 0,0-4 0,-2-22 0,-1-2 0,-4-1 0,-1-6 0,-1-15 0,-11-12 0,3-6 0,-17 4 0,-2 0 0,-2-2 0,-5 2 0,20-7 0,0 0 0,14-3 0,0 0 0</inkml:trace>
  <inkml:trace contextRef="#ctx0" brushRef="#br0" timeOffset="159133">8494 11460 24575,'49'16'0,"0"0"0,1-5 0,2 0 0,0 4 0,3 3 0,3-2-1165,9-3 1,2-4 0,1 0 1164,3 0 0,0-1 0,2-1 0,-16-2 0,2-1 0,0-1 0,2 1 0,-2-1 0,2 0 0,1 0 0,-3 0 0,-5-1 0,4 1 0,-5-1 0,-1 1 265,2 0 1,-1 1 0,-10 0-266,-2 2 639,-20 6-639,32 7 0,-11-3 0,21 5 1805,-30-10-1805,-7-6 63,-2 4 0,-18-8 0,-5 2 0</inkml:trace>
  <inkml:trace contextRef="#ctx0" brushRef="#br0" timeOffset="160199">10583 11315 9574,'46'33'0,"-4"-6"0,9 6 0,4 0 0,0-2 0,5 1 0,2 1 0,-2 0 0,-4-1 0,0 1 0,-1 0 0,0-2 0,14 5 0,-1-1 0,-13-5 5114,-1 9-5114,-40-22 2604,-18-6-2604,-33 6 1532,-15-2-1532,5 3 0,-5 2 0,-14 2 0,-3 1 1156,22-4 0,-1 1 0,2-1-1156,-17 5 0,-1 1 0,18-4 0,-2 2 0,-3 2 0,0-1 0,-4 1 0,-2 2 0,-2 1 0,2-1 0,-2 1 0,-2 0 0,-1 2 0,-1-1-611,6-2 1,-2 0 0,-1 1 0,0 0 0,-1-1-1,-1 0 611,-4 0 0,-2 1 0,0-1 0,0 0 0,1-2 0,4 0-744,3 0 0,2-2 0,2 0 0,1-1 1,2-2 743,-7-1 0,1-1 0,3-1 0,5-1 0,-14 8 0,15-7 0,29-16 0,10 2 0</inkml:trace>
  <inkml:trace contextRef="#ctx0" brushRef="#br0" timeOffset="184772">25935 9872 24575,'0'46'0,"0"0"0,-2 14 0,-2 5 0,0-6 0,-2 4 0,1 0-731,0 7 0,0 2 0,-1-3 731,1-6 0,-1-1 0,2-5 0,0 6 0,1-9 0,3 5 704,0-48-704,0 2 0,0-9 0,0-2 0</inkml:trace>
  <inkml:trace contextRef="#ctx0" brushRef="#br0" timeOffset="186038">25450 10505 24575,'15'22'0,"10"15"0,-2 1 0,0 6 0,3 9 0,-1 1-1550,-1-2 0,-2 0 1550,-5 0 0,-3-5 0,2-6 977,-4 4-977,-5-31 509,12 3-509,-3-11 0,16-4 0,20 2 1614,-11 0-1614,9-1 0,-30-3 0,-8 0 0,-4-13 0,-1 7 0,7-17 0,-1 8 0,28-37 0,-15 10 0,11-14 0,-16 8 0,-12 21 0,3-25 0,-3 27 0,-5-7 0,4 17 0,-7 5 0,1 2 0,-2 4 0,0 1 0</inkml:trace>
  <inkml:trace contextRef="#ctx0" brushRef="#br0" timeOffset="192148">18774 10625 24575,'4'22'0,"-3"41"0,1-16 0,-1 3 0,-2 5 0,-1 0-619,1-2 1,1-3 618,-4 14 404,4-26-404,0-12 51,0-17 0,0-3 0,0-3 1</inkml:trace>
  <inkml:trace contextRef="#ctx0" brushRef="#br0" timeOffset="192980">18669 10973 24575,'9'12'0,"5"0"0,4 4 0,5 8 0,14 14 0,-11-11 0,0-1 0,-15-21 0,-5-8 0,-3 0 0,3-9 0,2-22 0,12-6 0,-3-4 0,2 10 0,-10 21 0,-3 4 0,-3 6 0,0 3 0</inkml:trace>
  <inkml:trace contextRef="#ctx0" brushRef="#br0" timeOffset="194498">18799 12275 24575,'0'26'0,"0"42"0,-5-22 0,-2 2 0,3 6 0,-1 1 0,-3 0 0,0-3 0,-4 18 0,8-25 0,0-19 0,4-21 0</inkml:trace>
  <inkml:trace contextRef="#ctx0" brushRef="#br0" timeOffset="194998">18661 12651 24575,'17'20'0,"-2"1"0,-2 0 0,-1 3 0,-2-11 0,-2 1 0,-2-10 0,0-2 0,3-2 0,-2 0 0,4 0 0,15-17 0,-4 7 0,25-36 0,-31 34 0,7-16 0</inkml:trace>
  <inkml:trace contextRef="#ctx0" brushRef="#br0" timeOffset="212243">18532 10377 24575,'-15'0'0,"-3"0"0,-5 3 0,-10 12 0,-15 8 0,17 2 0,1 1 0,-16 6 0,-5 9 0,-6 11-673,15-9 0,-2 4 0,0 0 673,-4-1 0,0 0 0,-1 3 0,8-2 0,0 4 0,1 0 0,5-5 0,-10 10 0,5-1-163,9-4 0,0 4 1,5-2 162,4 4 0,3 4 0,0 3 0,0 6 0,5 2 0,10 2 0,6 0 0,0-2-423,-5-15 1,0-2 0,3 5 422,6 6 0,5 6 0,2-1 0,2-10 0,7 4 0,7-3 0,-2-1 0,5 9 0,2-1 0,-3-10-1373,4 2 1,3-4 1372,-4-11 0,5 3 0,2 0 0,-4-4 0,-3-6 0,-3-2 0,7 3 0,6 3 0,7 5 0,4 2 0,3 1 0,-1 0 0,-6-6 0,1-1 0,1 2 0,0-1 0,2 2 0,0-1-513,-3-2 0,0 1 0,0 1 0,1-1 0,1 1 0,1-1 0,1 0 513,-3-3 0,3 1 0,0-1 0,1 1 0,0-1 0,-2-1 0,-2-2 0,-3-1-612,9 7 0,-4-3 0,-1-1 0,-1-1 0,2 1 612,-3-4 0,2 2 0,1 0 0,-1-2 0,-4-3 0,-4-3 0,4 0 0,-6-5 0,6 4-195,1 2 1,5 3-1,3 2 1,1-1-1,0-2 195,-2-3 0,0-2 0,1-1 0,3 1 0,3 1 0,-10-5 0,2 2 0,2 0 0,1 1 0,2 0 0,1-2 0,1 0 0,-1-2-141,0-2 0,1-1 1,2-1-1,1 0 1,-1-1-1,0-1 0,-1-1 1,-2 0-1,-4-1 141,8 3 0,-5-2 0,-1 0 0,-1-1 0,4-1 0,4-1 0,-4-3 0,5 0 0,2-1 0,3-1 0,0 0 0,1-1 0,-2 0 0,-2 0 0,-3 1 0,3-1 0,-3 0 0,-2 0 0,-1-1 0,2 1 0,2 0 0,4 0-14,-6 0 1,4 0-1,2 0 1,1 1-1,2-1 1,0 1-1,0-1 1,-1 1-1,-1-1 1,-3 1 13,1-1 0,-2 0 0,0 1 0,-1-1 0,-1 0 0,0 0 0,1 0 0,-1 0 0,2 0 0,1 1 0,2-1 0,1 0 0,-1 0 0,1 0 0,-2 0 0,-2 0 0,-3-1 0,-2-1 0,6 2 0,-4-1 0,-3-1 0,0 0 0,1-1 0,4 0-27,-5 0 1,2-2-1,2 1 1,1-1-1,0 0 1,-2 0-1,-2-1 1,-4 1 26,12 1 0,-4-1 0,-3 0 0,2 0 0,5-1 0,-5-1 0,4 0 0,1-1 0,3 0 0,-1 0 0,-1 0 0,-1-1 0,-5 1 0,0-1 0,-1 0 0,-1-1 0,1 1 0,-2-1 0,0 0 0,7-1 0,-1 0 0,0 0 0,-1 0 0,0-1 0,-1 0 0,0 0 0,1 0 0,0-1 0,-1 0 0,-4 1 0,-5-2 0,16-2 0,-7 0 0,7-1 89,-17 5 1,4-1 0,3 1 0,1 0-1,0 0 1,-2 0-90,7-1 0,-2-1 0,0 1 0,2-1 0,4 1 147,-15 1 1,3 1 0,1-1-1,2 1 1,1-1 0,0 1-1,0 0 1,0 0-148,2-1 0,1 1 0,0 0 0,1 0 0,-1 0 0,0 0 0,-1 0 0,-2 0 0,2 1 0,-1-1 0,-2 1 0,0 0 0,0 0 0,1-1 0,-1 0 0,4 0 0,1 0 0,0 0 0,0 0 0,-2-1 0,-2 1 0,-3-1 0,4 0 0,-4-1 0,-2 1 0,0-1 0,2-1 0,8-2 0,1 0 0,1-1 0,-3 1 0,-5 0-33,-6 1 0,-4 1 0,-1 0 1,2-1 32,12-2 0,3-2 0,0 1 0,-3 1 0,-11 1 0,-3 2 0,1 0 0,4-2 0,4-1 0,4-1 0,2 0 0,1-1 0,-3 1 202,-4 1 1,-2 0 0,1 1 0,1-1 0,5-2-203,-3 1 0,4-2 0,2-1 0,2 1 0,0-1 0,0 0 0,-2 2 0,-5 1 0,0 1 0,-1 0 0,0 0 0,0 0 0,0-1 0,0 0 0,-3 0 0,1-2 0,-1 1 0,0-1 0,0 0 0,1 1 0,0 0 0,4 1 0,1 0 0,0 0 0,0 1 0,0 0 0,0-1 0,-2 1 0,5-3 0,-2 1 0,0-1 0,-1 0 0,2 0 0,0 0 1,-5 0 0,0 0 1,1 0-1,1 0 1,0 0-1,0-1 0,0-1-1,4 0 0,1-1 0,2 0 0,-1-1 0,-2 1 0,-3 0 0,-4 0 0,-1 1 0,-5 0 0,-2 0 0,2 0 0,3-2 0,5-2 0,3-1 0,3-1 0,-1-1 0,-1 0 0,-5 1-83,-3 1 1,-5 0 0,0 0 0,1 0 0,5-2 82,-3 1 0,4-2 0,2 0 0,1-1 0,1-1 0,-1 1 0,-3 1 0,5-3 0,-2 1 0,-1 0 0,0 0 0,1-1 0,2-2 0,-9 3 0,2-1 0,1-1 0,0 0 0,0-1 0,-2 1 0,-2 0 0,-2 0 106,1-2 1,-3 0-1,-1 1 1,-2-1-1,0 0 1,0 0-107,14-7 0,1 0 0,-1-1 0,-4 0 0,-7-2 416,-7 0 1,-4-2 0,-6 0-1,-5 0-416,7-24 0,-9 0 0,-4 9 0,-3-2 0,0-5 0,-2-3 0,-2-1 0,-3-2 0,-8 16 0,-1-1 0,-1-4 0,2-13 0,-2-5 0,-1 7 791,-4 4 1,-2 1-792,-1 9 0,-1-3 0,-1 8 0,1-21 821,-2 23 0,-2-7 1,-3 0-822,-3 1 0,-3 0 0,0-2 0,-3-7 0,0-1 0,-4-3-365,-2 8 0,-2-4 0,-2 2 0,1 3 365,0-1 0,-1 4 0,-3-3 0,-7-4 0,-5-4 0,-2 0 0,3 4-320,1 2 0,2 3 0,-5-2 320,4 8 0,-5-3 0,-2-1 0,0 0 0,3 2 0,-3-6 0,1 2 0,1 0 0,-4-1 0,5 9 0,-2-1 0,-1 0 0,0 1 0,3 3 0,-1-1 0,3 3 0,0 1 0,-2 2 0,-14-9 0,-1 4 0,-3 2 0,11 13 0,-1 3 0,-1 0 0,-3 0 0,-9-3 0,-3-1 0,-2 2 0,-4-1 0,14 8 0,-3 0 0,-2 0 0,0 1 0,0 1 0,2 1-78,-4 0 1,2 1 0,1 1-1,-2 0 1,-2 2 77,4 1 0,-2 1 0,-2 1 0,0 0 0,0 1 0,0 1-464,0 0 0,0 2 0,-1 1 0,0 0 0,-1 0 0,-3 1 464,2 0 0,-1 0 0,-2 0 0,0 1 0,-2 0 0,0 1 0,-2-1 0,11 2 0,-1-1 0,-1 1 0,-2 0 0,1 0 0,0 0 0,1 1 0,1-1 0,1 1-99,-9 0 1,1 1 0,1-1 0,1 1 0,2 1 0,0-1 0,2 0 98,0 1 0,2 0 0,1 0 0,1 0 0,1 0 0,1 0 0,-5 0 0,3 0 0,0 0 0,-1 0 0,-3 0 0,1 0 0,-1 0 0,-2 0 0,-1 0 0,-2 0 0,-2 0 0,8 0 0,0 0 0,-2 0 0,-2 0 0,0 0 0,-1 0 0,-2 0 0,-1 0 0,6 0 0,-2 0 0,0 0 0,-2 0 0,0 0 0,-2 0 0,1 0 0,-1 0 0,-1 0 0,1 0-148,2 1 1,-2-1 0,1 1-1,-2-1 1,1 1 0,-1 0-1,0-1 1,1 1 0,-1 0 0,2 0-1,0 0 148,3 1 0,2-1 0,-1 1 0,1-1 0,0 1 0,0 0 0,0 0 0,0-1 0,0 1 0,0 0 0,-1 0-101,-2-1 0,-1 1 0,-1 0 0,0-1 0,0 1 1,0-1-1,1 1 0,0 0 0,2 0 0,1 0 0,1 1 101,-3 0 0,2 0 0,1 1 0,1 0 0,0 0 0,1 0 0,0 0 0,-1 0 0,0-1-3,-2 0 0,0 0 1,-1 0-1,0 0 1,0 0-1,1-1 1,0 1-1,1 1 1,1 0 2,-3 0 0,1 2 0,1-1 0,1 1 0,0 0 0,0-1 0,1 1 0,1-1 0,-3-1 0,2 0 0,0 0 0,0 0 0,1 0 0,-1 1 0,0-1 0,-3 2 0,0 0 0,-1 0 0,0 0 0,1 0 0,0 0 0,1 0 88,-7 0 0,1 0 0,1 0 0,0 0 0,-1 0 0,-3 0-88,14-1 0,-2-1 0,0 1 0,-1 0 0,-1-1 0,0 1 0,-1 0 0,0 0 0,2-1 0,-1 1 0,-2 0 0,-1 0 0,1 1 0,1-1 0,2-1 0,1 1 0,4-1 0,-9 1 0,5 0 0,3-1 0,-1 0 0,-1 1 0,-4-1 0,5 0 0,-3 0 0,-2 0 0,-1 1 0,1-1 0,0 0 0,3 0 0,3 0 0,-13 2 0,4-1 0,2 0 0,-2 1 0,-5-1 0,12-1 0,-4 1 0,-3-1 0,-1 1 0,0-1 0,-1 1 0,3-1 0,1 0 0,0 1 0,2-1 0,0 0 0,1 0 0,0 0 0,0-1 0,-1 1 0,-4-1 0,-1 0 0,-1-1 0,0 0 0,2 1 0,2-1 0,4 0 0,-3 2 0,4-1 0,2 0 0,-1 0 0,-4 0 0,-4-1 0,-3-1 0,-3 0 0,1 0 0,1 1 0,4 1 0,3 1 0,3 0 0,2 2 0,-3-1 0,-5 1 0,10-2 0,-3 0 0,-3 0 0,-1 1 0,-1-1 0,-1 1 0,2-1 0,0 1 0,2 0 0,1 1 0,-1 0 0,0-1 0,1 1 0,0 0 0,0 0 0,0 0 0,-7 0 0,1 1 0,1 0 0,0-1 0,-1 1 0,-1 0 0,0-1 0,2 0 0,-1-1 0,-2 1 0,0 0 0,1-1 0,1 0 0,4 1 0,3-1 0,-9 1 0,5-1 0,3 1 0,-1-1 0,-4 0 207,0 0 1,-4-1 0,-1 1-1,0-1 1,3 0 0,5-1-208,-6 0 0,6-1 0,0 1 0,-2-2 0,5 1 0,-4 0 0,0 0 0,3-1 0,5 0 0,-6-1 0,5 0 0,-4 0 0,0 0 0,-5 0 0,1 0 0,4 0 893,5 0 0,3-1 0,1 2-893,-5 0 0,1 2 0,1-1 0,6-2 0,2 0 0,4 1 0,2 3 0,3-2 1928,-1-1 0,3-2-1928,-11 1 4140,9 0-4140,19 3 0,13-2 0,5 1 0</inkml:trace>
  <inkml:trace contextRef="#ctx0" brushRef="#br0" timeOffset="238408">18140 11556 24575,'43'22'0,"-5"-5"0,-28-8 0,4-3 0,4 2 0,1-1 0,-1-1 0,0-3 0,5-3 0,-1 0 0,2 0 0,-9 0 0,-6 0 0,-3 0 0,0 0 0,0 0 0,0 0 0,-3 0 0,0 0 0</inkml:trace>
  <inkml:trace contextRef="#ctx0" brushRef="#br0" timeOffset="239176">18367 11536 24575,'14'0'0,"-4"0"0,7 0 0,-7 3 0,-2-2 0,-2 1 0,-2 1 0,1 6 0,-4 3 0,1 4 0,-4-2 0,-2-4 0,-2 1 0,-3-2 0,0 1 0,2-2 0,2 1 0,5-2 0,0-1 0,0-3 0</inkml:trace>
  <inkml:trace contextRef="#ctx0" brushRef="#br0" timeOffset="240091">18082 12657 24575,'22'3'0,"9"0"0,-11 0 0,3 0 0,-5-3 0,-1 0 0,-1 0 0,2 0 0,-6 0 0,-3 0 0,-3 0 0,6 0 0,3 3 0,6-3 0,-2 3 0,-7-3 0,-6 0 0</inkml:trace>
  <inkml:trace contextRef="#ctx0" brushRef="#br0" timeOffset="241076">18360 12491 24575,'17'14'0,"-1"-3"0,5 6 0,-3-5 0,-13 3 0,-4 0 0,-11 0 0,2-3 0,2 0 0,-1-3 0,-4 9 0,-13 23 0,3-14 0,-6 17 0,14-32 0,5 0 0,4-9 0,1 0 0</inkml:trace>
  <inkml:trace contextRef="#ctx0" brushRef="#br0" timeOffset="255074">18821 10692 24575,'-10'28'0,"-6"9"0,-5 17 0,0 6 0,6-12 0,1 0 0,-6 7 0,3-3 0,7 4 0,7-37 0,6-7 0,7 14 0,17 33 0,-6-14 0,3 6 0,-3-7 0,1 3 0,1 0-882,1 0 0,1 0 1,-1-2 881,6 11 0,1-2-204,2-1 1,4 0 203,-5-13 0,5 0 0,1 3 0,7 10 0,4 4 0,1-1-828,-9-13 1,2 0 0,0 0 0,-1-2 827,8 8 0,0-2 0,-3-4 0,11 9 0,-3-7-109,-12-15 0,2 0 109,-2-2 0,2 1 0,1-1 0,-2-2 0,0-1 0,4 0 17,7 0 1,5 1-1,3-1 1,-1-2-18,3-3 0,2-2 0,-1-1 0,1-1-855,-3-1 1,0 1 0,1-3 0,-1-1 854,-1-4 0,0-2 0,-1-1 0,-3-1 0,1 0 0,-4-2 0,1 0 417,2-2 1,2 0 0,1 0-418,11 0 0,1 0 0,2 0 0,-14 0 0,0 0 0,2 0 0,0 0-646,6 0 0,2 0 0,-2 0 1,-5 0 645,-3 0 0,-5 0 0,1 0 0,6 0 0,0 0 0,-6 0 324,-9 0 1,1 0-325,17 0 0,9 0 0,-3 0 0,-16 0 0,-2 0 0,4 0 66,0 0 1,4 0-1,1 0 1,-5 0-67,1 0 0,-4 0 0,5 0 0,-5-1 0,4-1 0,3 1 0,-1-1 0,-1 0-128,5 0 0,-2 0 1,1-1-1,5 1 128,-7-1 0,4 0 0,2 0 0,1 0 0,-1 0 0,-1 0 0,8 0 0,-2-1 0,0 1 0,0-1 0,0 1-252,0 1 1,0 0 0,-1 0-1,0 1 1,-1-1 251,-6 0 0,0 1 0,-1-1 0,-1 1 0,-1-1 0,4 0 0,-1 0 0,-2 0 0,0 1-163,10 0 1,-1 1-1,4-1 163,-16-3 0,2-1 0,3 0 0,1 0 0,0 1 0,3 2 0,1 2 0,0 0 0,2-1 0,-1 0 72,-8-2 0,0 0 0,0-1 0,0 0 0,2 0 0,0 0-72,7 1 0,3 1 0,0-1 0,0 0 0,-4 1 0,-3-1-433,6-1 0,-4 0 0,-3-1 0,4 0 433,-7-1 0,3-1 0,0 0 0,-3 0 0,-7 1 0,-2 0 0,-7 1 0,7-1 302,-2-1 0,5-1 1,4 0-1,-1-1 1,-1 1-303,9-3 0,-2 1 0,2-1 0,6 0 0,-16 4 0,4-1 0,3 0 0,1 1 0,0-1 0,-1 0 0,-4 0 0,12-2 0,-3 0 0,-1-1 0,0 0 0,2 1 0,-5 1 0,2 1 0,0-1 0,0 0 0,0 2 0,-1 0 0,-5 1 0,-2 1 0,1 0 0,-1 1 0,1 0 0,1-1-150,6-2 0,1 1 1,1-2-1,1 1 0,-2 1 1,0 0 149,-4 1 0,-1 1 0,0 0 0,-1 0 0,0 0 0,1-2 0,-1-1 0,3 0 0,-1-2 0,-2 1 0,-3-1 0,-6 1 0,13-3 0,-7 1 0,1-4 0,-5 0 0,2-3 0,-2-2 0,-11 2 901,-9-3 1,-5-1-902,16-16 0,-3-3 0,-19 8 0,-3 1 0,20-24 0,-11 8 0,-20 15 4210,5-7-4210,3-25 1426,-11 21 1,-1-4-1427,-1-8 0,0 2 0,-3 13 0,-1-1 2208,-4-16 1,0 0-2209,2 17 0,0-1 0,-4-25 0,-2-3 0,-4 13 0,-1 2-551,0 1 1,-3 3 550,-2 8 0,-1 2 0,-16-25-229,4 14 0,-4-1 229,-2 8 0,-5-1 0,0 3 0,-5-3 0,0 3-940,-6-3 0,-2 3 940,-9-2 0,1 4 0,22 15 0,-2 3 0,-6 0 0,-5 1 0,0 0 0,-15-3 0,-6 1 0,15 5 0,-7-2 0,-2 1 0,0 2 0,1 3 0,-2 1 0,1 2 0,0 0-906,5-1 0,2 2 1,-1-1-1,0 2 906,-3 2 0,-1 1 0,1 0 0,3 2 0,-3 1 0,2 1 0,-2 0 0,5 0 0,-1 0 0,-3 0 0,-4 0 0,0 0 0,-3 0 0,-3 1 0,-2-1 0,-1-1 0,3 1 0,-1-1 0,-2 0 0,-1 0 0,-1 0 0,-2 0-492,11 0 0,-2 1 0,-2 0 0,-1-1 0,1 1 1,1 0-1,2 0 0,4 0 492,-14 0 0,4 0 0,3 0 0,-2 0 0,-4 0 0,7 0 0,-4 0 0,-2-1 0,0 0 0,1 1 0,2 0 0,5 0-438,-1 1 0,4 1 0,3 0 1,-3 0-1,-4-1 438,1 0 0,-3 0 0,-2 0 0,-2-1 0,0 1 0,1 0 0,3 1 0,-3 0 0,1 1 0,2 0 0,0 1 0,-1 0 0,-2-1 0,3 1 0,-2-1 0,-1 0 0,0 0 0,1 0 0,3 1 0,2 0 0,-5 1 0,5 1 0,2 0 0,-3-1 0,-6 1 0,11-2 0,-4 1 0,-3-1 0,-2 0 0,0 0 0,0 0 0,0 0 0,3 1 0,-4-1 0,0 1 0,2 0 0,-1-1 0,0 1 0,-1-1 0,-1 1-234,3-2 0,0 1 0,-2-1 0,0 0 0,0 0 0,-2 0 0,0 0 0,0 0 234,8 1 0,-1 0 0,-2-1 0,0 1 0,-1 0 0,1 0 0,1 0 0,2-1 0,2 1 0,3-1 0,-17-1 0,5 1 0,3-1 0,1 0 0,-3 0 0,-4 1 0,13-1 0,-4 1 0,-2 0 0,-1 0 0,-1 0 0,2 1 0,3-2 0,3 1 0,5 0 0,-11-1 0,7 0 0,3 0 0,0 0 0,-1 0 0,-5 0 0,0 0 0,0 0 0,-1 0 0,2 0 64,1 0 1,0-1-1,1 1 1,1 0 0,0 1-65,-10 0 0,2 1 0,0 1 0,0-2 0,2 0 0,0-1 0,1 0 0,-1 1 227,-3 2 1,-2 2 0,3-1 0,9-1-228,1-3 0,1 2 0,1 3 0,-8 3 0,-3 1 0,2-1 255,8-3 0,1-1 0,-1 1 0,-2 0-255,3 2 0,-4 1 0,0 0 0,2 0 0,2 0 0,-15-1 0,4 0 0,-5 3 0,11 2 0,-5 3 0,-2 1 0,2 1 0,6-2 1008,-6 2 1,6-1-1,-4 2-1008,0 1 0,-6 3 0,4-1 0,9-1 935,-2 4 0,13-3-935,3 0 3653,24-9-3653,19-6 1255,-25 29 0,-12 11-1255,10-12 0,-2 1 0,-5 8 0,-3 4 0,-1-3-839,-12 7 0,0-3 839,6-2 0,-1 1 0,4-7 0,-2 1 0,4-4 57,9-5 1,2-1 0,-11 7-1,10-10 1,27-22 0</inkml:trace>
  <inkml:trace contextRef="#ctx0" brushRef="#br0" timeOffset="256175">34079 10185 24575,'-12'51'0,"0"-2"0,8-8 0,2 0 0,-4 6 0,10 21 0,5 13 0,0-22 0,3 3 0,-1 0-2236,1 5 1,0 1 0,2-1 2235,0-1 0,1-1 0,0-9 0,-1-9 0,-1-9 0,0-5 0,-5-11 0</inkml:trace>
  <inkml:trace contextRef="#ctx0" brushRef="#br0" timeOffset="257108">33923 10945 24575,'15'6'0,"13"14"0,7 5 0,6-1 0,2 2 0,10 14 0,-3 0 0,-17-17 0,-3-3 0,11 15 0,-31-28 0,31-1 0,-25-9 0,25-2 0,-23-8 0,5-3 0,20-44 0,-15 17 0,-11 5 0,-2 0 0,-5-7 0,-10 14 0,0 5 0,-3 14 0,0 3 0,-3 3 0,2 3 0,2 3 0</inkml:trace>
  <inkml:trace contextRef="#ctx0" brushRef="#br0" timeOffset="259574">36460 10304 24575,'0'33'0,"5"24"0,4 11 0,2-5 0,1 3 0,-4-13 0,0 1 0,0-2 0,5 13 0,-2-10 0,-3-13 0,-4-6 0,-1-30 0,-3 0 0</inkml:trace>
  <inkml:trace contextRef="#ctx0" brushRef="#br0" timeOffset="260340">36324 10798 24575,'22'12'0,"10"10"0,0-3 0,-2 3 0,6 6 0,-4-10 0,8 12 0,-8-16 0,-14-8 0,1 0 0,-5-5 0,13 5 0,-10-3 0,21 0 0,-22 0 0,8-3 0,-21-3 0,5-16 0,-7 1 0,15-27 0,4-6 0,-3 2 0,2 5 0,-2 3 0,-6 19 0,-8 17 0</inkml:trace>
  <inkml:trace contextRef="#ctx0" brushRef="#br0" timeOffset="261408">24891 12223 24575,'0'17'0,"0"1"0,0 18 0,5 20 0,-4-15 0,4 16 0,-3-35 0,-1 1 0,11 30 0,-9-27 0,9 25 0,-12-42 0,3-6 0</inkml:trace>
  <inkml:trace contextRef="#ctx0" brushRef="#br0" timeOffset="261976">24472 12449 24575,'22'6'0,"6"10"0,34 19 0,-15-6 0,-11-8 0,2 0 0,20 8 0,-21-12 0,6 6 0,-27-19 0,1 4 0,20-8 0,-12 3 0,7-3 0,-21 0 0</inkml:trace>
  <inkml:trace contextRef="#ctx0" brushRef="#br0" timeOffset="264341">33757 12143 24575,'0'20'0,"0"10"0,0 4 0,4 19 0,-3-6 0,5-2 0,-6-16 0,6-7 0,-5 2 0,6 5 0,-3 2 0,0-10 0,-2-7 0,-2-11 0,0 0 0</inkml:trace>
  <inkml:trace contextRef="#ctx0" brushRef="#br0" timeOffset="264924">33350 12430 24575,'9'0'0,"28"20"0,-9 0 0,7 1 0,4 5 0,-1 4 0,1 2 0,3-3 0,0-1 0,-3 0 0,-4-3 0,4 1 0,-23-18 0,-8-7 0,5-1 0,35-54 0,-30 38 0,24-37 0</inkml:trace>
  <inkml:trace contextRef="#ctx0" brushRef="#br0" timeOffset="286474">18780 12366 24575,'0'40'0,"0"10"0,0 8 0,0-14 0,0-19 0,0-15 0,0 10 0,2-7 0,-1 12 0,2-13 0,-8 60 0,4-45 0,-7 37 0,7-50 0,-1-8 0,2-3 0</inkml:trace>
  <inkml:trace contextRef="#ctx0" brushRef="#br0" timeOffset="290024">32254 10392 24575,'-13'39'0,"0"0"0,-4 9 0,-3 7 0,3-5 0,-2 6 0,-1 2 0,1 1-886,0 0 1,1 2 0,1 0 0,0 0 885,2-2 0,0 2 0,1-3 0,2-3 0,0-1 0,1-3 0,4-5 0,2 4 0,3-15 0,2-27 0,0 3 0</inkml:trace>
  <inkml:trace contextRef="#ctx0" brushRef="#br0" timeOffset="290807">31855 11100 24575,'21'21'0,"4"9"0,4 10 0,-4-4 0,2-2 0,-15-19 0,12-1 0,-10-8 0,11 6 0,-3-2 0,-9-1 0,1-3 0,-8-3 0,6-19 0,8-12 0,8-24 0,-3 12 0,-4 3 0,-10 28 0,-5 3 0,-3 6 0,0 0 0</inkml:trace>
  <inkml:trace contextRef="#ctx0" brushRef="#br0" timeOffset="292357">18850 12181 24575,'-6'3'0,"0"0"0,-1 11 0,1 7 0,-8 32 0,-2 19 0,8-34 0,-2 2 0,-4 14 0,0 2 0,5-7 0,2 0 0,-5 1 0,2-1 0,6-4 0,1-6 0,-3 1 0,5-16 0,-2-15 0,3-6 0,0 0 0</inkml:trace>
  <inkml:trace contextRef="#ctx0" brushRef="#br0" timeOffset="293207">18586 12722 24575,'9'4'0,"0"-2"0,-3 1 0,2 3 0,-1 1 0,5 12 0,-5-5 0,2 6 0,3-5 0,-2-3 0,12 1 0,16 4 0,16 0 0,-6-5 0,26-4 0,-8-21 0,-1-7 0,7-8-1082,-17-1 0,2-4 0,-3 1 1082,8-8 0,-4-2 0,-14 4 0,0-2 0,-13 1 0,-11-24 0,-1-1 0,-13 25 0,-9 22 0,0 14 0,-6 0 0,2 3 3246,-2 0-3246,3 0 0,3 0 0,0 0 0</inkml:trace>
  <inkml:trace contextRef="#ctx0" brushRef="#br0" timeOffset="303407">18111 11631 24575,'35'0'0,"32"0"0,-24 0 0,11 0 0,-30-2 0,-17 1 0,7-2 0,3 3 0,-3 0 0,6 0 0,-14 0 0,0 0 0</inkml:trace>
  <inkml:trace contextRef="#ctx0" brushRef="#br0" timeOffset="304890">18285 11402 24575,'18'9'0,"-3"2"0,0-4 0,-3 2 0,5 5 0,12 5 0,16 11 0,-1-2 0,-6-7 0,-15-8 0,-17-7 0,2 0 0,-4 3 0,-9 3 0,-7 11 0,-2-9 0,-2 8 0,10-13 0,-19 23 0,8-10 0,-10 9 0,19-17 0,2-11 0,5 5 0,-1-4 0,-1 8 0,2 2 0,-9 16 0,6-9 0,-5 4 0,7-19 0,2-3 0</inkml:trace>
  <inkml:trace contextRef="#ctx0" brushRef="#br0" timeOffset="364173">931 4534 24575,'71'-10'0,"0"-1"0,1 0 0,-1 1 0,0-1 0,0 0 0,1 1 0,-1-1 0,0 0 0,0 1 0,0-1 0,1 0 0,-1 1 0,9-2 0,0 1 0,1 0 0,-2 0 0,-3 1 0,-3 0 0,-6 1 0,-6-1 0,-7 2 0,21-6 0,-12 2 0,-24 3 0,-27 6 0,-3 3 0,0-3 0,0 3 0,-3 3 0,0 13 0,-3-4 0,0 13 0,-3-10 0,0-5 0,0-2 0</inkml:trace>
  <inkml:trace contextRef="#ctx0" brushRef="#br0" timeOffset="364940">2225 3834 24575,'65'10'0,"0"-1"0,-14-2 0,-1 2 0,14 5 0,-4 1 0,0 2 0,-35-6 0,-14-3 0,-7 1 0,-4 8 0,-11 12 0,-14 22 0,3-12 0,2-2 0,0-1 0,-8 6 0,6 1 0,-3 11 0,0 2-606,2-7 1,-1 2 0,-1 1 0,0 2 605,-3 10 0,0 2 0,-1 0 0,0 0 0,-1-2 0,0 2 0,1-4 0,3-5 0,-5 14 0,2-9 0,3-15 0,4-13 0,11-22 0,-6 5 0,11-15 0,3-2 0</inkml:trace>
  <inkml:trace contextRef="#ctx0" brushRef="#br0" timeOffset="365773">477 4642 24575,'66'0'0,"1"0"0,-15 0 0,0 0 0,15 0 0,4 0-2024,-19-2 1,2 0-1,-1-2 2024,-2 0 0,0-1 0,3-2 0,1 1 0,4-1 0,2-1 0,-1-2-275,1 0 0,-1-2 0,2-1 0,1 0 275,-6 0 0,1-1 0,1 0 0,1-1 0,-1-1 0,4-1 0,1-1 0,0 0 0,-3 0 0,-4 0 0,13-4 0,-5 1 0,-5-1 0,11-7 0,-14 5 1514,-26 10-1514,-15 8 0,1 2 0,-7 1 0,-5 3 0</inkml:trace>
  <inkml:trace contextRef="#ctx0" brushRef="#br0" timeOffset="366490">884 4157 24575,'21'0'0,"9"0"0,40 0-1155,-25-3 1,7-1 1154,1-1 0,8-1 0,5-1 0,-3 0-693,-3 1 1,-1 0 0,1 0 0,4-2 692,5-2 0,4-2 0,2 0 0,-1 0 0,-4 2-527,0 2 1,-2 2 0,-3-1 0,-2-1 526,10-6 0,-3-2 0,-8 3 0,-6 8 0,-9 0 0,4-11 0,-32 15 205,7-4 0,-17 5 0,-6 0 0</inkml:trace>
  <inkml:trace contextRef="#ctx0" brushRef="#br0" timeOffset="367623">2257 3651 24575,'-3'9'0,"-4"7"0,7 2 0,-4 20 0,-1 28 0,0-17 0,-2 3 0,0 7 0,0 2 0,0 0 0,1 2 0,1-14 0,1 2 0,0-1 0,-1 21 0,2-2 0,-1 1 0,0 0 0,1 0 0,0-1-931,0-5 0,0-2 931,2-11 0,1 0 0,-3 3 0,0-3 0,0 13 0,2-17 0,-3-6 0,4-18 0,0 2 1862,0-2-1862,0 6 0,0-10 0,0-8 0,0-8 0</inkml:trace>
  <inkml:trace contextRef="#ctx0" brushRef="#br0" timeOffset="369790">582 4150 24575,'-3'14'0,"2"7"0,-2 23 0,3 6 0,0-5 0,0 3 0,3-8 0,-1 0 0,-2 6 0,1-2 0,7 8 0,-7-25 0,1-19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1T09:03:39.98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12400 8218 24575,'-42'9'0,"-1"0"0,-12 4 0,-4 4 0,12-1 0,-2 3 0,3-2 0,-9 0 0,3 2 0,-5 10 0,6 0 0,-6 4 0,19-6 0,1 1 0,-8 10 0,23-13 0,10-8 0,3 0 0,-15 19 0,10-1 0,-18 30 0,21-21-435,1 1 1,1 2 434,2 14 0,-3 4 0,-1 6 0,4-4 0,-1 4 0,0-7 0,-1 5 0,2-4-1452,-1 7 1,2 1 1451,0-12 0,1 3 0,1-9 0,2 19-385,-2-11 1,-1 11-1,0-4 385,2-19 0,1-3 0,0 5 0,0 5 0,0 5 0,0 2 0,0 0-992,0 5 1,1 1-1,0 0 1,0-3 991,1 8 0,0-4 0,0 4 0,0-9 0,0 4 0,-1-1 0,2-4-121,1-2 1,1-4 0,0 2 120,-3 9 0,0 3 0,1 2 0,4-12 0,1 1 0,0 2 0,-1 0 31,-1 3 0,-2 0 1,1 2-1,-1 1-31,1-7 0,1 3 0,-1 0 0,0-2 0,1-4 0,1 13 0,-1-4 0,1-2 0,-2 1 0,-1-2 0,0-5 175,2 3 0,0-3-175,-1-12 0,-1 0 0,0 1 0,-2 1 0,0 1 0,0-3 1002,0 11 1,0 0-1003,0 7 0,0 1 0,-2-15 0,-1 1 0,0 4 0,3-2 0,-1 3 0,1 3 0,0 1 0,-2-2 0,1 2 0,-1 1 0,1-1 0,0-1 0,0 6 0,1-2 0,0-1 0,1-1-549,0-2 1,1-1 0,0-2 0,0-3 548,-2 2 0,0-4 0,2-1 0,3-3 0,3-1 0,0 4 104,-2 3 1,0 4 0,0 0 0,2-2-105,6 4 0,2-1 0,0 3 0,-2 2 0,0 6 0,0-1 0,0-7 0,-1-13 0,0-4 0,0-1 0,2 5 0,0 0 0,-3-4 0,-4-2 0,0-2 74,4 13 0,1 2-74,-1 11 0,-2 1 0,3-2 0,0 1 0,-4-19 0,0-1 0,-1-4 0,-1-2 0,0-5 0,6 16 1763,-8-17-1763,9-2 0,7 7 0,3 7 0,5 6 0,3 1 261,-2-10 1,2 1 0,2 2-1,4 2-261,-4-5 0,4 3 0,2 2 0,0 0 0,0-2 0,0-4 0,8 6 0,-1-4 0,1-1 0,5 4 0,-5-5 0,4 3 0,2 2 0,1-1 0,0-2 0,-1-4 0,1-2 0,0-3 0,-1-3 0,1 0 0,1 1 0,3 4 0,1 0 0,0 0 0,2-2 0,0-2 0,3-3 0,1-1 0,1-3 0,0-1 0,-2-3 0,5 1 0,0-2 0,-1-3 0,-3-1 0,-10-4 0,-2 0 0,-1-2 0,0 0 0,16 4 0,-1-2 0,-3 3 144,-13 1 0,-2 1 0,1 2-144,5 6 0,1 1 0,-2 0 0,-3-4 0,-1 0 0,-1 0 0,-4-1 0,-1 1 0,-6-3 0,-5-7 0,-2 0 224,8 3 0,2 2-224,1 1 0,2 0 0,-1 1 0,1-2 0,-5-2 0,-1-2 0,14 5 0,-12-5 0,2-3 0,19 2 0,-9-6 0,5-1 0,-8-6 0,2-1 0,2-1 511,4 1 1,2 0-1,3-1-511,-2-1 0,2-2 0,1 1 0,-3-1 0,2-1 0,-3 0 0,4 0 0,6 0 0,5 0 0,0 0 0,-4 0 0,3-2 0,-4 0 0,5 0-290,-10 2 0,4 0 0,2 0 0,1 0 1,-4-1 289,8-2 0,-1 0 0,-2-1 0,2 1-991,1 0 1,1 1-1,-2 0 1,-4-1 990,2-1 0,-3-2 0,-8 1 0,-4 1 0,-6-1 0,-2-3 0,-5-2 0,9-1 1038,14-10-1038,-34 8 2431,-28-1-2431,1-9 5118,3-26-5118,4 0 0,4-4 0,8-3 0,5-4-830,-5 12 0,4-7 1,0 2-1,-2 6 830,7-2 0,-1 1 0,3-7 0,2-5 0,-7 9 0,0-8 0,-10 9 0,-2-4 0,-6 7 0,-1-2 0,0-20 0,-3-3 0,-2 10 0,0 0-184,2-9 1,1-1 183,-3 23 0,1 0 0,1-3-542,6-16 1,4-4 0,-1 0 541,-1 2 0,1 0 0,1-1 0,-3 12 0,1-1 0,-1 0 0,-1 5 0,-2 2 0,-2 3 0,-1-1 0,1-5 0,-1-1 0,-1 2 1150,-1-12 1,-2 0-1151,0 15 0,1-3 0,-2-2 0,-2-8 0,-2-3 0,0 4-1133,1-12 1,0 3 1132,-3 21 0,0 0 0,0 2 0,0-17 0,0 2-214,0 2 0,0-1 214,-2 7 0,0-4 0,-1 0 0,1-3 0,-1-2 0,0-2-381,-2 8 1,-1-3-1,0 2 1,0 5 380,-1-10 0,-1-1 0,-1 4 0,0-8 0,-1-3 0,0 4-265,2 7 0,0 2 0,0 1 0,-1-2 265,0-4 0,-1 0 0,0-1 0,0-1 0,0 4 0,0-3 0,0 1 0,1 2 0,1 6-106,2 0 1,1 5 0,-1-1 105,-3-9 0,-1-1 0,2 2 0,-1-10 0,2 0 0,1 19 0,0-1 0,0-1-226,-4-5 0,0-1 0,0-3 226,5 4 0,1-3 0,1-2 0,-2-1 0,-4-6 0,-1-2 0,-1 0 0,3 3-188,4 9 1,2 2 0,0 2 0,-2-1 187,-4-1 0,-3-1 0,1 3 0,2 5 0,3-11 0,0 2 73,-6 3 0,-2-5 0,0 0-73,4-2 0,1-1 0,-1-1 0,-2-1 0,-1-2 0,-1-2 0,3 10 0,-2-4 0,1 2 0,0 5 0,0 5 0,1 5 0,-2-4 0,-3-4 0,-2-4 0,0-1 0,0 4 0,1-1 0,0 3 0,0 1 521,-2-2 0,-1 1 0,0 1-521,3 1 0,1 0 0,0 7 0,0 11 0,1 3 0,-1-12 0,0 3 0,-7-2 1409,-4-13-1409,7 23 0,-1-2 0,-3-5 0,-1-3 0,-14-15 0,1 2 2200,16 22 1,-2 1-2201,-17-21 0,-4-1 0,9 16 0,-3 0 264,-2-2 0,-4-3 0,0 0-264,2 3 0,0 0 0,0 1-954,-3 1 0,0 1 0,0 1 954,5 7 0,0 1 0,0 0 0,0 0 0,0-1 0,-2 0-471,-12-6 1,-3-1 0,0 1 470,4 3 0,0 0 0,1 0 0,1-3 0,0 1 0,2 2 0,-8-1 0,7 3 0,15 4 0,3 3 0,-17-10 827,6 5-827,4 7 3280,6 9-3280,-15-1 1809,6-1-1809,4 9 0,-2-5 0,-5-1 0,-5 2 0,-4 1 0,2-2 0,-2-1 0,0 0-618,-17-1 1,4 1 617,19 1 0,3 2 0,3 4 0,-1 1 0,-15-7 0,-6 0 0,2 4 0,-5 1 0,-3 0-498,7 0 0,-2 0 0,-2 0 0,2 1 498,3 2 0,1 1 0,1 0 0,1 1-1064,-14 0 0,1 0 1,5 2 1063,14 0 0,3 2 0,-1-1 0,-4-1 0,-1 0 0,-1 3-337,-7 7 1,-2 4 0,0 0 336,-1-5 0,0 0 0,-2 3 0,3 7 0,-3 3 0,0 2 0,6-3-646,1-2 1,4-2 0,-1 1 645,-8 5 0,-1 1 0,5 1 0,-5 3 0,4-1 412,-3-1 0,0 2-412,19-5 0,0 3 0,-1-2 0,3-4 0,-1-1 0,1 0 0,-23 15 0,3-3 0,16-12 0,4-3 0,-18 11 0,5-14 1312,19-7 0,-2 1-1312,-8 0 0,0 0 563,-2 1 0,0-1-563,5-3 0,2 0 0,-14 2 3915,-16-5-3915,33 5 0,-1 0 377,2-1 0,-2 1-377,-9 5 0,2 2 0,-6-1 120,1 0-120,41-7 0,8-2 0,0-1 0,5 2 0,-1-3 0</inkml:trace>
  <inkml:trace contextRef="#ctx0" brushRef="#br0" timeOffset="2334">7238 10529 24575,'69'0'0,"0"0"0,-17-2 0,4-1 0,4-2 0,2 0 0,6-2 0,5-1 0,3-2 0,-1 1 0,-1 1-945,-8 1 1,1 2 0,-2-1 0,0-1 0,0 0 944,-1-3 0,1-2 0,-2 0 0,-1 1 0,-2 3 0,0 1 0,-2 3 0,-2 0 0,-5 0 0,21-4 0,-5 1 719,-1 4 1,-7 2-720,-7 7 0,-1 0 0,3-1 0,-11-1 0,1-1 0,25 1 0,-6-1 0,-22-3 767,5 3-767,-40-3 0,10 3 0,37-9 2515,-18 5-2515,22-1 0,9-2 0,-12 1 0,-1-1 0,4 3 0,-2 0 0,-9-3 0,-9 1 0,-18 3 0</inkml:trace>
  <inkml:trace contextRef="#ctx0" brushRef="#br0" timeOffset="3033">9581 10006 24575,'55'17'0,"-1"-1"0,1 1 0,16 5 0,-12-8 0,17 2 0,0-1 0,-16-3 0,10 3 0,-4-4 0,8 0 0,-37-1 0,-47-4 0,-12 1 0,-15 4 0,-7 5 0,2 2 0,-7 3-859,-2 1 1,-9 4-1,-4 2 1,1 1 858,10-3 0,-1 1 0,-1 1 0,1 1 0,0-1 0,-10 5 0,0 1 0,1 0 0,2-1 0,5-1 0,-1 1 0,5-3 0,10-3 0,7-2 0,9-5 0,-2 3 0,28-20 0</inkml:trace>
  <inkml:trace contextRef="#ctx0" brushRef="#br0" timeOffset="6150">9648 8308 24575,'-3'56'0,"-1"-1"0,-2-5 0,-2 6 0,-2 5 0,2 4 0,1-8 0,0 5 0,1 4 0,-1 2 0,0-1 0,1-1 0,-1-3-1869,-2 9 1,-1-5 0,1 0 0,-1 4-1,1 7 1869,3-16 0,-1 4 0,1 3 0,-1 3 0,1 2 0,-1 2 0,2-1 0,-1 0 0,1-1 0,1-2-316,1-3 0,1-3 0,0 0 1,1 0-1,-1 0 0,2 0 0,-1 2 1,0 1-1,1 3 0,-1 3 316,0-10 0,0 2 0,0 2 0,0 2 0,0 1 0,0 2 0,1 0 0,-1 1 0,1 0 0,-1 0 0,1 0 0,0 0 0,1-1 0,-1-2 0,1 0-88,1 1 1,0 0-1,0 0 1,0 0-1,0-1 1,1 0-1,0 0 1,0 0-1,0 0 1,0-1-1,1-1 1,-1 1-1,1-1 1,-1-1 87,1 6 0,0 1 0,0-1 0,0 0 0,0 0 0,0-1 0,1-1 0,-1-1 0,1 0 0,0-2 0,0-1 0,0-2-249,2 7 0,0 0 1,0-3-1,0 0 1,0-2-1,1-1 0,0-1 1,-1-2-1,0-1 249,3 14 0,-2-5 0,1-1 0,1-1 0,-1 2 0,1 3-4,0-9 1,0 2 0,0 2 0,0 1 0,1 0 0,-1-1-1,0-2 1,-1-3 3,0 7 0,0-4 0,-1 0 0,0-1 0,1 1 0,-1 3 0,0-6 0,0 2 0,0 3 0,0 0 0,0-1 0,0-1 0,-2-4 0,0-4 0,-1 7 0,-1-5 0,-2-3 0,1-1 0,-1 1 0,1 15 0,-1-1 0,0-2 0,-1-7 705,0-7 1,-1-4 0,-1-2-706,-2 22 0,0-6 654,2-25 1,0-4 0,-5 20-1,6-46 1</inkml:trace>
  <inkml:trace contextRef="#ctx0" brushRef="#br0" timeOffset="8100">10753 7870 24575,'40'-3'0,"0"0"0,21-1 0,11-1 0,1 2 0,-5 2 0,1 1 0,10-1-1405,-17-1 1,5-2 0,6 0-1,3 0 1,2 0 0,-1 1-1,-1 0 1237,-7 2 0,0 0 0,0 0 1,1 1-1,0 0 0,2 0 0,0 0 1,1-1-56,-7 0 0,1-1 0,0 0 1,0 0-1,2 0 0,0 0 0,1 0 1,0 1-1,2 0 0,0 0 223,-4 1 0,1 0 0,3 0 0,0 0 0,0 1 0,1 0 0,0 0 0,-1 0 0,-1 0 0,0 0 0,-3 0 0,-1 0-101,6 0 1,-2 0-1,-3 1 1,-1-1-1,0 0 1,1 0-1,1 1 1,3-1-1,4 0 101,-9 0 0,4 0 0,1 0 0,3 0 0,0 0 0,2 0 0,0 0 0,0-1 0,0 1 0,0 0 0,-2 0 0,-1-1 0,-1 1-186,3-1 0,-1 0 0,0 0 0,-2 1 0,0-1 0,0 0 1,-1 0-1,1-1 0,1 1 0,0 0 0,1-1 186,-2 1 0,1-1 0,0 1 0,0-1 0,1 0 0,0 0 0,0 1 0,0-1 0,0-1 0,0 1 0,-1 0 0,0 0-3,-1 0 0,1-1 0,0 1 1,-1-1-1,1 1 0,0-1 1,-1 0-1,-1 1 0,0-1 1,-1 0-1,0 0 0,-2 1 3,4-1 0,0 0 0,-1 0 0,-2 1 0,1-1 0,-2 0 0,0 0 0,0 0 0,-1 0 0,0 0 26,1 0 1,-1 0 0,0 0 0,-1 0 0,0 0 0,-1 0 0,1 0 0,0 0-1,1 0-26,1 0 0,1 0 0,0 0 0,1 0 0,-1 0 0,0 0 0,0 0 0,0 1 0,-1-1 0,6-1 0,-1 1 0,0 0 0,-1-1 0,1 1 0,0 0 0,1-1 0,2 1 0,-10 0 0,2 1 0,0-1 0,1 0 0,0 0 0,1 1 0,-1-1 0,0 0 0,0 0 0,-1 1 0,6-1 0,1 0 0,-1 0 0,0 0 0,0 0 0,-1 0 0,-1 0 0,-1 0 0,-1 0 0,0 1 0,-2-1 0,0 1 0,-1 0 0,-1 0 0,-1 0 0,0-1 0,0 1 154,5 0 0,0 0 1,-1 0-1,0 0 0,-3 0 1,-1 0-1,-4 0-154,4 1 0,-3 0 0,-3 0 0,0 0 0,2 0 0,9 0 0,3 0 0,-1 0 0,-4 0 0,-8 0 1116,18 0 1,-11 0-1117,-17 1 0,-6 1 0,3-1 0,2 3 0,12 2 0,2 1 324,7-1 1,2 0-1,3 1-324,-9-1 0,4 0 0,0 1 0,-1 0 0,-3 1 0,0 0 0,-2 1 0,-8-2 0,9 1 0,-6 0 2135,1 0 1,-12 1-2136,-29-2 0,-19 33 0,-8 9 0,4-5 175,-3 4 0,-2 12 0,2-2-175,5-1 0,1 4 0,-2-6 0,0 7 0,0 3 0,0 1 0,2-8 0,-1 0 0,1 2 0,1 2 0,-1 2-741,1 0 0,0 4 0,0 2 1,0 0-1,1-1 0,0-2 741,1 5 0,0 0 0,0-2 0,1-1 0,1-1 0,0 5 0,0-1 0,1-3 0,2 0 309,1-7 0,1-1 1,1 0-1,2 2-309,1-4 0,2 1 0,1 2 0,0 1 0,0 3 0,0 0 0,-1 2 0,1 1 0,0 2 0,0 2 0,1 1-348,-1-10 0,0 3 0,1 0 0,0 2 1,0 0-1,1 0 0,-2-1 0,1-1 348,0 5 0,0 0 0,0 0 0,0-1 0,0 0 0,-1-2 0,0-1-286,1 5 1,1-2-1,-2-1 1,1-1 0,-1 0-1,0-2 286,1 5 0,0-1 0,-1-1 0,-1-1 0,0-3 0,1 5 0,-1-3 0,-1 0 0,0 1 294,-1-10 0,0 1 0,-1 0 0,1 1 0,-2 0-294,1 4 0,0-1 0,-1 2 0,-1 0 0,1 0 0,0 2 0,1 1 0,-1 1 0,-1-2 0,0-1-287,1 9 1,-1-3-1,-1 0 1,0-2 286,-1-4 0,-1 0 0,0-3 0,-1-5 0,0 10 0,1 0 255,-1-9 1,1 7-1,0 2 1,0-1-256,0-4 0,0-1 0,1 2 0,1 4 0,-2-7 0,2 4 0,0 3 0,0 0 0,0-1 0,0-3 120,-1 3 0,1-2 1,-1-2-1,-1 0 0,1 0-120,2 14 0,0-1 0,-1-2 0,0-8 0,-2-12 0,0-5 0,-1 4 64,0 8 0,-2 4 1,1 3-1,0-3-64,0-6 0,0-2 0,0 1 0,1 5 0,-2-3 0,1 4 0,0 2 0,0 2 0,-1-1 0,0-3-115,0 6 1,-2-1-1,1 0 1,-1-2-1,1 0 115,0-3 0,2 0 0,-1-2 0,-1-1 0,0-2 0,-3 4 0,-1-3 0,0-2 0,0-2 182,3 8 1,0-3-1,-1 4-182,-1-2 0,-1 3 0,-1 1 0,1-2 0,0-7 0,0-3 0,0 1 0,0 4-65,0 2 1,0 4 0,0 2 0,0-3 0,0-4 64,0 10 0,0-4 0,0-1 0,0 6 0,0 0 0,0-3 248,0-11 1,0-3 0,0 0-249,0 0 0,0-1 0,0 3 0,0 9 0,0 3 0,0-4 0,0-13 0,0-2 0,0-2 2060,-1 10 0,-1-7-2060,-4-3 0,2-41 0,-1-8 0</inkml:trace>
  <inkml:trace contextRef="#ctx0" brushRef="#br0" timeOffset="10518">9799 17500 24575,'-3'57'0,"1"0"0,-1 0 0,0 5 0,-2 5 0,0 3 0,1 2 0,2-5 0,0 2 0,0 2 0,0 0 0,-1-1-1967,0-2 1,0 0 0,-1 1 0,1-2 0,1 0 1690,1-1 0,1 1 0,0-2 0,1-3 0,-1-7 276,-1-2 0,0-6 0,3 4 305,3 10 0,3 8 0,2-1 0,4-5-305,7-5 0,3-4 0,2 5 0,-5-5 0,0 5 0,2 1 0,1-1 0,1-6 0,15 11 0,3-6 0,-1-2 0,-6-4 0,-1-2 0,0-4 0,14 3 0,-2-4 0,-11-9 0,1 0 843,16 8 0,2-1-843,-8-8 0,2 0 0,-1 1 0,5 2 0,-2-2-411,9 2 0,4-3 411,-14-9 0,4 0 0,4 0 0,-1-2 650,1-2 1,0-1 0,2-1 0,5-1-651,-5-4 0,4 0 0,3-1 0,0 0 0,-2-1 0,-4 0-583,7 3 0,-5-1 1,1-1-1,4 0 583,-9-3 0,5-1 0,1 0 0,0-1 0,-2 0 0,-4-1-927,7 0 0,-4-2 0,-1 1 0,4 1 927,-1 1 0,3 2 0,1 0 0,2 0 0,-1-1-306,4-1 1,-1-2 0,1 0 0,3 1 0,3 0 305,-17-1 0,4 0 0,1 1 0,2 0 0,1 1 0,-1-2 0,0 1 0,-2-1 0,5-1 0,-2 0 0,-1 0 0,0 0 0,2-1 0,3 0 0,2 0-123,-8 0 1,3 0 0,2 0 0,1 0-1,2 0 1,0-1 0,0 1 0,0-1-1,-1 0 1,-2-1 122,-3 0 0,-2-1 0,1 0 0,-1 0 0,0-1 0,0 1 0,0-1 0,1 1 0,1-1 0,0 0-51,0 1 0,1 0 1,1-1-1,0 1 0,1 0 1,0-1-1,0 1 1,-1-1-1,-1 1 0,-1-1 1,-2 0 50,6-1 0,-1 1 0,-2-1 0,0 0 0,-1 0 0,0 0 0,0 0 0,0 0 0,2 1 0,2 0 0,0-1 0,1 1 0,0 0 0,0 1 0,0-1 0,0 0 0,-1-1 0,-1 1 0,-3-1 0,-2 1 0,0-1 0,0 0 0,-1-1 0,1 1 0,0 0 0,1 0 0,1 0-52,-2 0 1,0 0-1,1 0 1,1 0-1,0 0 1,0 0 0,0 0-1,0 0 1,0 0-1,0 0 52,0 0 0,1 0 0,0 0 0,0 0 0,0 0 0,0 0 0,-1 0 0,-1 0 0,-1 0 0,0 0 29,6 0 0,-1 0 1,-1 0-1,-1 0 1,0 0-1,0 0 1,1 0-1,1 0-29,-3 0 0,1 0 0,1 0 0,0 0 0,1 0 0,-2 0 0,-2 0 0,-1 0 0,-4 0 0,10 0 0,-4 0 0,-3 0 0,0 0 0,1 0 0,4 0 0,-9 0 0,3 0 0,1 0 0,1 0 0,0 0 0,-1 0 0,-1 0 0,-3 0 0,6 0 0,-2 0 0,-2 0 0,0 0 0,1 0 0,2 0 0,-3 0 0,1 0 0,2 0 0,0 0 0,-1 0 0,0 0 0,-3 0 0,2 0 0,-2 0 0,-1 0 0,0 0 0,0 0 0,0 0 35,5 0 1,1 0 0,0 0-1,-1 0 1,-2 0 0,-5 0-36,4 0 0,-5 0 0,-1 0 0,1 0 262,2 0 1,0 0-1,1 0 1,2 0-263,-6 0 0,0 0 0,2 0 0,0 0 0,1 0 0,2 0 0,0 0 0,0 0 0,2 0 0,1 0 0,-3-1 0,3 0 0,1-1 0,-1 1 0,-1-1 0,-4 1 0,14 1 0,-4 0 0,-2 0 0,3-1 0,-9-2 0,1 1 0,0-2 0,-1 1 0,-2 0 465,2-1 1,-2 1 0,-2-1 0,2-2-466,1 0 0,1-2 0,0 0 0,-2 0 1056,13-2 1,-1 0 0,-6-1-1057,10-6 0,-11 1 0,-4 3 0,-33 3 0</inkml:trace>
  <inkml:trace contextRef="#ctx0" brushRef="#br0" timeOffset="11484">17475 5557 24575,'3'45'0,"7"27"0,-6-36 0,0 4 0,0 33 0,0 3 0,2-19 0,0 2-605,-2 3 0,-2 6 0,1-3 605,0 8 0,1-3-758,3 6 0,-1-5 758,-5-23 0,-1-3 389,6 4 0,-1-6-389,-4-12 0,7 32 0,-7-34 852,4-8-852,-4 3 0,1-16 0,-2-5 0</inkml:trace>
  <inkml:trace contextRef="#ctx0" brushRef="#br0" timeOffset="13350">17517 5623 8191,'18'-4'0,"-6"-3"5063,-4 7-5063,-2-3 2818,6 3-2818,6 0 1719,8 0-1719,-6 0 6784,18 0-6784,-17 0 0,18 0 0,-17 0 0,6 3 0,-7-2 0,3 5 0,-5-5 0,-4 4 0,-7-4 0,4 4 0,-8-1 0,7-1 0,-8 0 0,3-1 0,0-1 0,8 11 0,4 3 0,2 7 0,-2-4 0,-6 12 0,-3 7 0,-2 7 0,-5 18 0,-3 5-441,1-15 1,-1 1-1,-3 3 441,-10 17 0,-5 2 0,0-5-1563,0 0 0,-2-2 1563,0-9 0,-2 2 0,2-5 0,5-3 0,1-1-120,-9 18 0,0 0 120,8-18 0,0-2 0,-4 6 0,1-4 0,0 0 1089,4-25-1089,3-19 3292,2-8-3292,-2 0 307,3 0-307,5 3 0,-4-3 0,7 3 0,-4-3 0</inkml:trace>
  <inkml:trace contextRef="#ctx0" brushRef="#br0" timeOffset="25033">12240 8445 24575,'0'6'0,"0"3"0,0 33 0,-5-8 0,4 28 0,-4-19 0,5 11 0,0-14 0,0 2 0,0-1 0,0 0 0,0 2 0,0-2 0,0 8 0,0-13 0,0-19 0,3 9 0,-3-11 0,3-3 0,-3 7 0,0-8 0,0 22 0,0-7 0,3 5 0,-3-10 0,3-7 0,-3-8 0,3 6 0,-3 21 0,3-10 0,-3 19 0,0-24 0,-6 22 0,5-9 0,-10 40 0,10-4 0,-4-8 0,5-16 0,3-31 0,-2-2 0,1 0 0,-2 6 0,0-4 0,-2-4 0,1-4 0,-2-2 0</inkml:trace>
  <inkml:trace contextRef="#ctx0" brushRef="#br0" timeOffset="28202">12355 8226 24575,'44'0'0,"-1"0"0,15 0 0,9 0 0,-2 0 0,-9 0 0,-1 0 0,6 0-940,-1 0 0,6 0 0,3 0 1,-1 0-1,-4 0 940,0 0 0,-4 0 0,0 0 0,-2 0 0,17 0 0,-2 0 0,-7 0 0,1 0 0,-10 0 1432,-3 0-1432,-8 0 0,2 0 0,-7 0 0,1 0 175,21-3 1,5-1-176,-16 4 0,2 0 0,0-2-446,-4-2 0,-1-1 0,5 0 446,8 1 0,7 0 0,3 0 0,-2 0-148,-2-1 0,-1 1 0,2-1 0,2 0 148,-4-1 0,3-1 0,1 0 0,1 1 0,-3 1 0,-4 2 0,-2 1 0,0 0 0,1 1 0,2-2 0,-5-1 0,2-1 0,1 0 0,-1-1 0,0 1 0,-2 1 0,3 0 0,-2 0 0,0 1 0,-1 0 0,2-1 0,2-2 0,1 0 0,-1 0 0,1-1 0,0 1 0,0-1 0,1 1 0,0-1 0,-3 1 0,-3-1 0,15-1 0,-4 0 0,1 0-812,-9 3 0,2 1 0,-1 1 0,-4-1 812,2-2 0,-3 1 0,1 1 0,10 0 0,3 2 0,2 0-402,-12-1 1,2 1-1,1 0 1,1 0 401,-9 0 0,2 1 0,-1-1 0,2 1 0,-1 1 0,3-1 0,1 1 0,0 0 0,-2 0 0,-2 1 0,2-1 0,-3 0 0,-1 0 0,0 0 0,-2-2 0,-1 0 0,1 0 0,-1 0 0,1 2 0,0 0 0,1-1 0,0 1 0,5-2 0,0 0 0,1 0 0,2 1 0,6 0 0,2 1 0,-1 0 0,-3 1 0,3-1 0,-3 0 0,-3 0 0,-9 0 0,-1 0 0,-5 0 0,-1-1 0,1 2-65,5 1 0,6 0 1,1 1 64,6-2 0,1-1 0,2 0 0,-6 2 0,2 0 0,0 0 0,-2-1 0,7 1 0,-3 0 0,-5 0 0,2 0 0,-10 0 0,-7 4 1930,-39-3-1930,16 4 3282,-11-2-3282,28 8 2781,-25-6-2781,16 4 0,6 1 950,-3 0 1,2 0-951,18 3 0,-1 1 0,-18-5 0,-4-1 0,16 3 0,-41-10 0,-5 2 0,0-4 0,5 10 0,22 13 0,-7-5 0,9 10 0,-20-23 0,-6 2 0,-6-4 0,0 4 0,-3 4 0,0 1 0,0 12 0,3 5 0,-2 11 0,2 14 0,-3-17 0,0 23 0,0-23 0,4 17 0,-3 9 0,0-21 0,1 0 0,1-3 0,0 0 0,-3 7 0,1-3 0,9 10 0,-8 17 0,0-25 0,0 2 0,-1 6 0,-2 1 0,1-6 0,0 0 0,0-4 0,0-2 0,0 22 0,0-27 0,0 1 0,0 1 0,0-3 0,0 19 0,0-19 0,0-20 0,0-2 0,0 1 0,0-1 0,0 0 0,0-6 0,0 2 0,0 1 0,0 1 0,-2-4 0,-4-3 0,-12-3 0,-6 1 0,-13 7 0,-14 3 0,21-3 0,-21 1 0,14 0 0,-30 3 0,4 3 0,8-3 0,9-2 0,11-4 0,-36 2 0,34-5 0,-4 0 0,-23 1 0,-5-1-1371,0 1 0,-1 0 1371,7 0 0,-3 0 0,4-2 0,-5 0 0,4-1-498,-6 3 0,-1 0 498,0 0 0,-5 0 0,1 0 0,11-2 0,1 0 0,-2 0-728,4 1 1,-3-1 0,1 1-1,5-1 728,-14 2 0,-1-1 0,10-1 0,-8 1 0,-1 0 0,6 0-439,6 1 0,5 1 0,-5-1 439,-6 0 0,-6-1 0,-1 0 0,4 0 0,-5 1 0,2-1 0,4 0 0,11-3 0,3-1 0,-1 1 0,-2 0 0,0 0 0,2 1 758,-12 0 1,-1 0-759,11-2 0,-3 1 0,4 0 0,-7 3 0,5-1 0,16-4 0,5-1 835,-7 5-835,20-5 3127,-5 0-3127,8 0 1894,-13 0-1894,8 0 592,-5 3-592,-35-2 0,-5 9 0,19-9 0,-8-2 0,1 2-619,-15 5 1,-3 1 618,21-4 0,-4-2 0,-1 1 0,6 1 0,-20 4 0,3 1 0,15-5 0,-1-1 0,1 1-156,-16 4 1,2-1 155,9-5 0,-2-1 0,7 4 0,-3 1 0,6-1 0,5-3 0,2-1 0,-17 4 0,-2-2 0,4-4 0,0-2 0,5 2 0,-3-1-289,-3-3 1,-6-2 0,3 1 288,12 1 0,3-1 0,-2 1 0,-8-2 0,-3 1 0,1-2 0,-5 0 0,-1 0 0,3 0 0,-8 1 0,1-1 0,10 0 0,-3 0 0,4 0 0,-6 1 0,3 0 0,2-3 0,-1 1 0,-11 3 0,0 0 0,19-1 0,-3 1 0,-11 2 0,-9-1 0,1 2-248,5 1 1,1 0 0,-2 0 247,9 0 0,-2-1 0,0 0 0,2 1 0,-9 1 0,2 2 0,-2 0 0,7-2 0,-4 0 0,1 0 0,3 0 0,-3 2 0,3 1 0,-2-2 0,3 0 0,-3-1 0,1 0 0,5 1 0,2 0 0,4 1 0,3-1 0,-14-2 0,3 0 0,-2 2 0,2 2-216,4-1 0,0 0 216,9 0 0,-2 0 0,2 0 0,-8 0 0,3 0 0,9 0 0,2 0 0,-21 0 0,12-6 0,-11 5 0,17-5 809,4 6-809,23 0 1945,6-3-1945,4 3 208,4-3 0,1 3 0,3 0 1</inkml:trace>
  <inkml:trace contextRef="#ctx0" brushRef="#br0" timeOffset="52734">20109 9264 24575,'0'28'0,"0"-10"0,0-10 0</inkml:trace>
  <inkml:trace contextRef="#ctx0" brushRef="#br0" timeOffset="66184">11591 8452 19297,'3'3'0,"2"6"2443,-4 1-2443,2 23 0,5 11 0,3 7 0,3 14 0,3 6 0,0-8 0,4 4 0,-1 0 0,0 1 0,-1-1 0,1-3-571,5 9 0,0-5 571,-6-6 0,0-5 0,-4-19 0,2-3 457,3 5 1,2-1-458,0-1 0,0-2 0,16 22 673,-15-28 1,-1 0-674,3 13 0,18 12 0,-5-1 0,-9-21 1715,18 9-1715,-21-18 0,40 7 0,-5-9 0,-13-5 0,-1-1 0,8-3 0,-5 0 0,5 1 0,2-5 0,5-2-894,5 0 1,6 0 0,5 0 893,-21-2 0,2 0 0,2-1 0,3 1 0,2-1 0,3-1 0,3 0 0,3 0 0,1-1 0,0 0 0,-2 1 0,0 0 0,0 0 0,0 0 0,0 0 0,1-1 0,1 1-484,-6 0 0,2-1 1,1 1-1,0-1 1,-1 1-1,-3-1 1,-2 0 483,8 1 0,-4-1 0,-1-1 0,-1 1 0,0 0 0,2 0 0,-1 0 0,1-1 0,-4 1 0,-3-1 0,-5-1 0,-3 0 0,-2 0 0,3 0 0,11-2 0,3 0 0,0 0 0,-4 1-709,5 0 1,-4 1 0,4-1 708,-14-1 0,2-1 0,2 0 0,1-1 0,-1 2 0,1-1 0,0 2 0,0-1 0,0 0 0,-1 0 0,11 0 0,-1 0 0,0 0 0,1-1 0,-9 0 0,1 0 0,0-1 0,0 1 0,-3 1 0,3 1 0,-2 1 0,0 0 0,2-1 0,-5 0 0,1-1 0,2 0 0,0 1 0,-1 0 0,4 0 0,0 1 0,1 0 0,-1 0 0,-1 1 0,-4-1 0,1 0 0,-2 0 0,-1 0 0,-1 0 0,6 0 0,-2 0 0,-1 0 0,-2 0 0,10 0 0,-2 0 0,-3 0 0,-12-1 0,-2 1 0,3 1-357,4 1 1,4 2 0,2 0-1,-1 0 357,1-1 0,1 0 0,0-1 0,2 1 0,-7 0 0,2 1 0,1 0 0,-1-1 0,-2 0 0,8-1 0,-1 0 0,-1 0 0,1-1 0,3 0 0,0-1 0,0-1 0,-1 1 0,-4 0 0,0 0 0,-1 0 0,1 0 0,3 0 0,1 0 0,0 0 0,0 0 0,0 0 0,1 0 0,-2 0 0,-2 0 0,8 0 0,-3 0 0,-2 0 0,-8 0 0,-1 0 0,0 0 0,1 0 0,0 0 0,-3 0 0,3 1 0,-1-2 425,10-2 1,4-1-426,-18 2 0,2-1 0,0 0 0,-2-2 0,0-1 0,-3 1 0,14 1 0,0 0 0,-3-2 0,3-1 0,-9 0 0,15-3 0,0 0 0,2-1 1375,-20 2 1,-6 0-1376,23-11 2501,-1-1-2501,-41-2 2226,-8-16-2226,0-6 0,-4-7 0,4-5 0,4 6 0,2-2-312,-6 3 0,0-4 0,-1 4 312,2-1 0,-2 0 0,1-22 0,-7 0-316,-12 31 0,-2 1 316,4-5 0,-2-1 0,-10-2 0,-6 3 0,-7 10 0,-3 2 0,2-7 0,-3 1 0,-8 4 0,1 7 0,7 5 0,-27-11 0,23 10 0,1 1 0,-3 3 0,0-2 0,-13-15 0,1 2 0,-5 1 0,0-4 0,-4-3 0,13 14 0,-3 1 0,0-3 0,-5-2 0,0 2-147,0 3 0,0 2 0,0 2 147,-18-6 0,1 2 0,-2-2 0,1 3 0,13 10 0,1 1 217,-19-10 0,0 1-217,10 9 0,-3 1 0,0 0 0,-4-1 0,0 2-1230,5 3 1,2 1-1,0 2 1230,-1 0 0,1 2 0,0 0 0,-1 0 0,-1 0 0,7 1-145,6 1 0,-1 1 145,-8 1 0,-8 1 0,1-1 0,2 0 0,0-2 0,-5 2 22,-3 0 1,-4 1 0,-2 1 0,1-1-23,5 0 0,0 0 0,0 0 0,2 0 0,7 0 0,1 0 0,0 0 0,-1 0 0,-5-1 0,-2 1 0,0 0 0,1 1 0,2 2 0,1 1 0,-1 0 0,-1-1 0,8-1 0,-2-2 0,0 0 0,0 0 0,1 2 0,-11 2 0,1 1 0,-1 1 0,-2-1 0,3 0 0,-4-1 0,0 1 0,1-1 0,2 1 0,9 0 0,3 0 0,0 0 0,-1 0 0,-1 1 0,-11 1 0,-2 1 0,-2 0 0,3 0 0,4 0 0,0 0 0,4-1 0,2 1 0,4-1 0,0 1 0,4 0 0,2-1 0,-18 4 0,4-1 0,20-6 0,0 0-385,-20 8 0,-6 1 385,9-6 0,-4-2 0,-3 2 0,8 2 0,-2 0 0,-1 1 0,-3-1-322,5-1 1,-3-1 0,-1-1-1,1 0 1,6 0 321,-11 1 0,4-2 0,-4 1 0,9-1 0,-5 0 0,-2-1 0,1 1 0,5-2-458,4 0 1,3-1 0,1 0 0,-6 0 457,4 0 0,-4-1 0,-3 1 0,-1-1 0,2 1 0,3 0-27,-2 0 0,2 2 0,1-1 1,0 0-1,-2-1 27,-5-1 0,-2-1 0,0 0 0,2 0 0,5 1 0,-10 4 0,5 0 0,-4 0 0,14-4 0,-3-1 0,-2-1 0,1 1 0,1 1 0,-7 4 0,2 1 0,0 0 0,1-1 0,3-2 0,0-1 0,1 0 0,2 1 0,-15 4 0,2 1 0,7 0 0,1-1 0,6 0 65,14 0 0,1 0-65,-9 0 0,1 1 0,8-2 0,-1 1 0,-14 2 0,-6 1 0,6 1 0,-3 2 0,-4 0 808,6-4 1,-4 0 0,0 1 0,2 0-809,-13 4 0,3 1 0,2-1 0,7-5 0,2 0 0,11-1 0,-7 5 2774,38-9-2774,5 1 2472,2-4-2472,4 4 1004,1-4-1004,-2 4 1475,-5-4-1475,-23 7 0,-17 6 0,11-4 0,-1 2 0,-17 10 0,13-9 0,-2 2 0,0 5 0,0 1 0,8-8 0,1 0 0,-6 4 0,9-2 0,20-6 0,13-8 0,3 2 0</inkml:trace>
  <inkml:trace contextRef="#ctx0" brushRef="#br0" timeOffset="88664">11820 18357 24575,'-4'67'0,"-1"1"0,1-1 0,0 8 0,-2-2 0,0-9 0,-2 3 0,1-4-2870,3 9 1,0-2 2869,0 5 0,2-1 0,3 3 0,3-6 853,1-30 1,1-2-854,1 7 0,2-4 927,8 1-927,-9-13 0,0-22 0,-7-5 0,2-3 0</inkml:trace>
  <inkml:trace contextRef="#ctx0" brushRef="#br0" timeOffset="90115">12013 18227 24575,'45'-5'0,"1"-1"0,7-1 0,8-2 0,-3 1 0,8-1 0,5-1 0,1 0-1967,-3 2 1,2-1 0,3 0 0,0 1 0,-1 1 1668,0 0 0,0 2 0,0-1 0,0 1 0,2 0-62,-8-1 1,1 0 0,1 1 0,0-1 0,-2 1 0,-3 1 359,0 1 0,-3 1 0,-2 1 0,1-1 0,1 0 42,8-1 1,0-1 0,1 0-1,1 0 1,1 1-43,-6 1 0,0 0 0,2 0 0,-1 1 0,0 0 0,-3-1-419,5 0 0,-2 0 0,0 1 1,-1-1-1,1 1 419,2 0 0,2 1 0,-1 0 0,-2 0 0,-4 1 0,11 1 0,-5 1 0,0 0 0,1-3 0,-1 0 0,2 2 584,1 2 1,0 2 0,3-1-585,-15-4 0,1-1 0,2 0 0,3 1 0,-1 0 0,3 1 0,2 0 0,1-1 0,1 0 0,-7 0 0,2-1 0,0 0 0,1 0 0,-1 0 0,-1-1 0,9 2 0,0-1 0,-1 0 0,-2 0 0,-2-1 0,3 0 0,-3-1 0,-2 1 0,-2-1 232,-9 2 1,-2 0 0,0-1-1,1 1-232,4-1 0,2-1 0,1 0 0,2 1 0,-6-1 0,1 1 0,1-1 0,2 1 0,-1-1 305,6 1 1,0-1-1,2 0 1,-1 0-1,-1 0-305,-2 1 0,1-1 0,-1 0 0,-2 0 0,-3 0 0,-1 0 0,-4 1 0,1-1 0,3 0 0,2 1 0,4-1 0,1 0 0,-1 1 0,-3 0 0,-2 0 0,-4 1 0,0 0 0,5-1 0,6 0 0,4-1 0,3 0 0,-1 1 0,-3-1 0,-8 2 0,-2 0 0,-1 1 0,-1-1 0,0-1 0,9 0 0,-2-1 0,1 0 0,1 0 0,-8 2 0,3 0 0,-1 0 0,-1 0 0,-6-1 118,8-4 0,-6 0 0,3 0-118,-1 3 0,3 0 0,-2 1 0,-5-1 2399,13-2 1,-7-1-2400,-14 1 0,-7 0 0,-4 3 1708,-20-4-1708,-4 4 2888,-1-1-2888,-6-1 1397,-1 2-1397,-2 1 0,3 9 0,-2 6 0,3 14 0,0 14 0,-1 20 0,3-15 0,-8 14 0,-1 7-401,5-13 0,0 3 401,-4 2 0,-1 4 0,0-5-737,4-2 1,-1-4 736,-3 5 0,0-5 0,0-7-85,0 0 1,0 6 84,-1 8 0,2 3 0,7 6 0,2 1-1028,-3 2 1,3-1 1027,9-4 0,4-5 0,-5-18 0,-1-3 326,-2 1 0,-1-5-326,4-2 336,-16-17 0,-2-16 1,-3-3-1</inkml:trace>
  <inkml:trace contextRef="#ctx0" brushRef="#br0" timeOffset="91547">12426 19954 24575,'32'-6'0,"8"5"0,12 1 0,2-3 0,9 0 0,6-1 0,2 0-1639,-8 2 1,5 0-1,2 1 1,1 0 0,1-1-1,-1 0 1390,1 0 1,-1-1 0,1 0 0,1 0-1,2-1 1,3 1 248,-13 0 0,4 0 0,2 0 0,1 0 0,1 0 0,-1 0 0,-1 0 0,-2 1 0,-3-1-203,12-1 0,-4 1 1,-2-1-1,0 1 1,2 0-1,3-1 203,-7 2 0,3 0 0,1-1 0,2 1 0,-1 0 0,0 0 0,-2 0 0,-4-1 0,10 1 0,-1-1 0,-2 0 0,-2 0 0,-3 1 0,-2 0 0,9 1 0,-5 1 0,0 0 0,2-1 0,-4 0 0,4 0 0,-1-1 0,-4 0 0,-8 1 504,-9-1 1,-7-1-1,6 1-504,14 0 0,7 1 0,2-1 0,-4-1 0,-13-1 0,-2 0 0,0 0 0,0 0-499,4 2 0,0 0 0,1 0 1,-2 0 498,14-3 0,-2-1 0,4 2 0,-5 2 0,3 2 0,2 0 0,-2 0 545,-4-2 0,0 0 0,0 0 0,1 0-545,-9 2 0,2 0 0,0 0 0,0 0 0,1 0 0,3 0 0,0 0 0,1 0 0,0 0 0,-2 0-23,-5 0 0,0 0 0,-1 0 0,0 0 1,-2 0 22,11 0 0,-2 0 0,-1 0 0,-2 0 0,9 0 0,-2 0 0,-3 0-55,-13 0 1,-2 0 0,2 0 54,13 0 0,2 0 0,2 0 0,-16 0 0,0 0 0,2 0 0,1 0-45,1 0 0,3 0 1,1 0-1,-3 0 1,-6 0 44,1 0 0,-6 0 0,2 0 0,12 0 0,0 0 0,-7 0 562,-17 4 0,1-1-562,16-2 0,8-1 0,0 1 0,-10 1 0,0 1 0,0-1 0,2 0 0,0 0 0,-3-1 1935,9 0 1,-6 0-1936,18 4 1171,-35-5-1171,-1 0 4569,-2 0-4569,-17 0 604,19 0-604,-2 0 0,-19 0 0,12 0 0,-27 0 0</inkml:trace>
  <inkml:trace contextRef="#ctx0" brushRef="#br0" timeOffset="110966">16908 19422 24575,'3'6'0,"3"29"0,1 16 0,1-4 0,2 4 0,-1 2-1542,-1 2 1,1 2-1,-2 0 1542,1 4 0,0 0 0,-1-5 0,0 0 0,0-2 0,0 8 0,0-2 0,-3-18 1,1-1-1,2 11 0,-2-7 1047,-2-18-1047,-5-7 0,4-18 0,-5-2 0</inkml:trace>
  <inkml:trace contextRef="#ctx0" brushRef="#br0" timeOffset="111733">16768 19473 24575,'-15'51'0,"-6"17"0,15-36 0,-7 12 0,7 7 0,2-25 0,4 11 0,0-25 0,0-1 0,0 3 0,0 7 0,0-7 0,0-2 0</inkml:trace>
  <inkml:trace contextRef="#ctx0" brushRef="#br0" timeOffset="112497">16912 19336 24575,'6'3'0,"6"0"0,0 6 0,19 10 0,-7-7 0,15 16 0,-14-13 0,-1 2 0,-7-6 0,0-4 0,-4 2 0,9 2 0,7 7 0,-6-9 0,5 1 0,-16-10 0,-3 0 0,-6 0 0,0 0 0</inkml:trace>
  <inkml:trace contextRef="#ctx0" brushRef="#br0" timeOffset="120663">4840 9353 24575,'-9'12'0,"-8"24"0,-7 26 0,-3 16-2458,9-26 0,-1 4 1,-1 2-1,1 0 2230,-1 5 1,1 0-1,-1 2 1,1 3 227,4-10 0,-1 4 0,0 1 0,1 0 0,1-1 0,2-2-7,-2 11 1,3-3 0,1 1 0,1 4 6,1-9 0,1 3 0,1 3 0,1 0 0,0 0 0,2-3 0,0 6 0,2-1 0,1-1 0,2-1 0,0 0 0,2 0 0,2 1 0,0-1 0,1-3 0,1-4 0,1 16 0,2-6 0,1-6 0,9 11 0,0-15 1991,-4-24-1991,-2-13 0,-14-20 0,1-6 0,-5 0 0</inkml:trace>
  <inkml:trace contextRef="#ctx0" brushRef="#br0" timeOffset="121749">5398 8885 8191,'63'12'0,"0"0"0,0 0 0,0 0 0,1-1 0,0 0 0,2 0 0,1 0 223,-3-1 0,4 1 1,0-1-1,-1 0 0,-5-1-223,-1-2 0,-3 0 0,-2-1 0,-1-1 902,10 1 0,-2-1 0,-5-2-902,6-2 0,-3-2 1053,-6 1 0,0 0-1053,12 0 0,-4 0 0,5 0 0,2 0 4966,-46 0-4966,-7 0 4880,12 17-4880,-16-10 576,13 13-576,-20-17 34,0 3-34,-3-3 0,0 11 0,-6 2 0,-3 16 0,-8 2 0,-3 27 0,-1 12 0,4-12 0,-1 7-1357,4-15 0,-2 8 0,0 3 1,1 0-1,0-4 1357,2 1 0,2-3 0,0 0 0,-1 0 0,-1 3 0,-1 1 0,1 0 0,0-2-793,-2 12 0,1-1 0,2-3 793,2-10 0,1-3 0,1 0 0,-1-5 0,0-1 0,1 4 0,-1 7 0,-1 5 0,2 1 0,0-2 0,3 6 0,2-2 0,-1 3 0,-3-5 0,0 3 0,0 0 0,1-3 0,2 12 0,2-2 0,-1-7 0,0 1 0,0-5 0,0 3 0,0-2-128,0-13 1,0 2 127,0-3 0,0 4 0,0-2 0,0 18 0,0-4 0,2-12 0,-1-5 0,0 13 0,0-58 0,-2-2 0,-1-9 0</inkml:trace>
  <inkml:trace contextRef="#ctx0" brushRef="#br0" timeOffset="122482">4733 12421 8191,'47'-9'0,"-1"0"0,18 4 0,3 1 2208,-3-2 1,4 2-2209,-6 6 0,6 2 0,1 3 0,-8-1 0,1 2 0,2 1 0,1 1 130,-4-1 1,1 1-1,1 0 1,1 1 0,0-1-131,3 0 0,2 1 0,-1-1 0,-1 0 0,-4 0 0,2 1 0,-3 0 0,-3-1 0,-4-2 0,2-2 0,-4-1 0,-10-1 2040,0 3-2040,-24-7 5551,-11 0-5551,-1 0 624,4 0-624,-4 0 3099,2 0-3099,-1 0 0,7 0 0,35 0 0,-13 0 0,6 0 0,-1 0 0,-12 0 0,20 0 0,-39-3 0,0-3 0,-9 2 0,-2-2 0</inkml:trace>
  <inkml:trace contextRef="#ctx0" brushRef="#br0" timeOffset="123882">5898 10268 24575,'-6'-4'0,"-3"-4"0,-3 2 0,-4-7 0,-13 2 0,11 1 0,-8 2 0,11 5 0,-8 0 0,0 3 0,-38 9 0,34-2 0,-22 4 0,37-3 0,-8 2 0,1 3 0,-14 18 0,15-13 0,-2 9 0,13-15 0,1 5 0,-4 19 0,6 1 0,-2 17 0,6-13 0,0 0 0,0 3 0,0-3 0,0-4 0,3-12 0,17 44 0,5-18 0,2-3 0,1 0 0,3 2 0,12 0 0,-28-33 0,32 21 0,-21-17 0,20 17 0,-25-26 0,-8-6 0,-2-4 0,3-2 0,-4 0 0,10-5 0,0-6 0,-3-2 0,0-4 0,-6 8 0,3-13 0,-4 7 0,12-16 0,-10 15 0,6-1 0,-8 5 0,1 5 0,16-21 0,-1 7 0,16-14 0,-12 11 0,-9 12 0,-10 2 0,-9 10 0</inkml:trace>
  <inkml:trace contextRef="#ctx0" brushRef="#br0" timeOffset="124699">5783 7902 24575,'0'50'0,"0"-9"0,0 4 0,0-7 0,0 1-643,0 16 0,0-1 643,0 11 0,0-22 0,0 5 0,0 17 0,0 1 0,0-17 0,0 0 0,0 13 0,0-6 0,0-13 419,0-16-419,3-13 214,-3-5-214,3-3 0,-3-3 0,0 0 0</inkml:trace>
  <inkml:trace contextRef="#ctx0" brushRef="#br0" timeOffset="125430">6360 7928 24575,'-12'59'0,"0"9"0,5-33 0,1 4 0,-2 28 0,1 3 0,3-13 0,1 2-1801,-2 2 1,0 5 0,2-5 1800,2-3 0,0-3 0,-1 11 0,-2-3 1224,-1 11-1224,3-11 957,-3-25-957,0 21 0,4-31 0,-4 16 2855,2-33-2855,-5-20 91,1-6 0,-1 2 0,4 3 1</inkml:trace>
  <inkml:trace contextRef="#ctx0" brushRef="#br0" timeOffset="125982">5819 8691 24575,'0'-9'0,"0"0"0,0-3 0,2 2 0,2 4 0,9 3 0,3 3 0,53 11 0,-7-3 0,-13-2 0,7 0 0,-4 0-423,-7 1 0,-1-1 423,18-2 0,-6-1 0,-13 2 0,-8-5 0,-14 0 0,-6 0 0,-7 0 0</inkml:trace>
  <inkml:trace contextRef="#ctx0" brushRef="#br0" timeOffset="128415">7158 10211 24575,'27'-7'0,"39"-11"0,-12 2 0,-8 3 0,2-1 0,18-2 0,-3-2 0,1 4 0,-33 3 0,4 3 0,-6 1 0,18 0 0,-3 0 0,-1 3 0,-6 1 0,-11-1 0,14-1 0,-19-3 0,5 0 0,-17-3 0,-3 3 0,-1-1 0,1 7 0,4 2 0,7 0 0,1 0 0,0 0 0,-1 2 0,35 6 0,3 1 0,13-5 0,3-1 0,-31 0 0,-1-1 0,12-2 0,-4 0 0,-5 0 0,-24 0 0,10 0 0,-11 0 0,-3 0 0,2 0 0,-10 0 0,8 0 0,-6 0 0,8 0 0,-9 0 0,2 0 0,-1 0 0,-1 0 0,4 0 0,9 0 0,-3 0 0,4 0 0,-7 0 0,-8-3 0,6 3 0,5-3 0,-6 3 0,8 0 0,-13 0 0,3 0 0,0 0 0,0-3 0,9 0 0,-8 0 0,7 0 0,-2 0 0,-2 0 0,36-1 0,-24 2 0,20 2 0,-39 0 0,-7 0 0,-12 0 0,-2 0 0,0 0 0,-6 0 0,5 0 0,1 0 0,-2 0 0,7 0 0,-10 0 0,4 0 0,1 0 0,2 0 0,5 0 0,-11 0 0,2-4 0,-13 3 0,9-5 0,-5 5 0,10-1 0,-4 2 0,10 0 0,2 0 0,4 0 0,2 0 0</inkml:trace>
  <inkml:trace contextRef="#ctx0" brushRef="#br0" timeOffset="129415">8721 9980 24575,'69'-5'0,"0"1"0,1 0 0,-1-1 0,1 1 0,-1-1 0,-1 0 0,1-1 0,2 0 0,3 0 0,-8 0 0,4 0 0,1 0 0,2 0 0,-2 0 0,-1-1 0,-4 1-1967,10-2 1,-3 0 0,-2 0 0,-2 0 0,-1 0 1956,9 0 1,-1-1 0,-4 1 0,-9 0 9,6-2 0,-9 0 1300,-11 2 0,-12 1-1300,-25 1 1530,4 5-1530,-4-7 0,6 3 0,43-7 0,-29 7 0,17-1 0,7 0 2609,-14 5 1,3 0-2610,4-1 0,6-1 0,4 1-686,-1 2 1,4 0 0,2 0-1,2 0 686,-7-1 0,2-1 0,1 1 0,0-1 0,-2 0-753,10 2 1,-1 0-1,-2-1 1,-2 1 752,7-3 0,-2 1 0,-5-1 0,4-1 0,-6 1-631,-18 2 0,0 0 631,19-2 0,4-1-53,-18 1 0,1 1 1,-1 0 52,22 2 0,-4-1 0,-14-2 0,-4-1 0,-3 1 0,-8 1 2036,-19 1-2036,7-4 3142,-13 5-3142,-5 0 0,-6 0 0,0 0 0</inkml:trace>
  <inkml:trace contextRef="#ctx0" brushRef="#br0" timeOffset="130315">13177 9603 24575,'0'-7'0,"0"-12"0,0 2 0,0-6 0,0 1 0,-3 8 0,0 0 0,-1 5 0,-4 3 0,4 0 0,-5 3 0,19 11 0,5 9 0,25 14 0,-1 7 0,10 8 0,-7 0 0,-14-14 0,-8-9 0,-17-17 0,0 0 0,-8-3 0,-5 0 0,0-3 0,-14 6 0,-17 1 0,-21 15 0,27-12 0,-2 2 0,-10 9 0,0 3 0,5 2 0,2 0 0,7-6 0,2 0 0,-17 18 0,36-26 0,5-5 0,2-2 0</inkml:trace>
  <inkml:trace contextRef="#ctx0" brushRef="#br0" timeOffset="135215">13213 9984 24575,'0'6'0,"0"3"0,0 24 0,0 18 0,-2-9 0,0 2 0,1 1 0,0-2 0,-1-4 0,0-2 0,-3 25 0,3-19 0,-2 1 0,4-11 0,-3 0 0,2-17 0,-1-1 0,2-6 0,-3-1 0,-1 7 0,1 6 0,0-4 0,1 1 0,1-11 0,-2 5 0,3-6 0,-2 3 0,-2 0 0,1 0 0,0 0 0,3 0 0,-3 0 0,3-3 0,-3 8 0,3-6 0,0 14 0,0-13 0,0 10 0,0-12 0,0 4 0,0 12 0,0 33 0,0-10 0,0 10 0,0 0-387,0 5 1,0 2-1,0 0 387,0 8 0,0 1 0,0-4 0,0-14 0,0-2 0,0-6 0,0-2 0,0-6 0,0 0 0,0-15 0,-3-14 0,0-1 0,-3 2 0,-3 2 0,5-3 1160,-16 36-1160,3-4 0,-6 24 0,4-12 0,8-10 0,5 0 0,-2-9 0,7 17 0,-2 14 0,0-18 0,0 3 0,3-6 0,-1 1-373,-2 6 1,0-2 372,3 16 0,0-23 0,0 2 0,0-2 0,0 1 0,0 8 0,0-1 0,0-5 0,0-3 0,0 31 0,4-30 0,-2-5 0,1 2 0,2 31 0,-1-18 0,0 0 0,-1-7 0,0-2 0,0 2 0,-1 1-507,1-3 1,0 2 506,0 9 0,1 2 0,-1 0 0,2 0 0,3 9 0,0 1 0,-1 3 0,1 4 0,0-14 0,0 2 0,-2-1 0,-2-9 0,-1-1 0,1 0-720,2 0 0,2 0 1,-3-2 719,-4 7 0,0-3 0,5-9 0,0-3 0,-1 25 0,4-8 0,1 6 0,0-5 0,0 4-871,0 0 0,0 5 1,-1-2 870,-3-11 0,-1-2 0,0-1 0,2 0 0,0 0 0,-1-7 489,-3-5 1,0-3-490,1 6 0,0 1 0,7 30 0,-4-15 0,0 4 0,0-6 0,1-3 0,-1-7 0,0-3 0,2 15 1946,-8-41-1946,2 5 0,0-5 0,-3 14 3160,6-11-3160,-6 18 444,3-14-444,-3 3 0,0-5 0,0-4 0,0 3 0,6 41 0,0 9 0,-2-25 0,-1 1 0,3 26 0,-6-36 0,0 12 0,3-17 0,-2 22 0,3-14 0,-4-6 0,0-7 0,0-5 0,0 5 0,0-8 0,0 17 0,0-21 0,0 16 0,0-21 0,0 29 0,0-22 0,0 22 0,0-25 0,2-3 0,-1-3 0,2-3 0,-1-3 0,-1 2 0,2 24 0,-3-17 0,0 36 0,0 15 0,2 1 0,0-19 0,0-2 0,1-1 0,0-11 0,-3-13 0,0 18 0,0 10 0,0-2 0,0 1 0,0 2 0,-1-8 0,2-3 0,2-10 0,1 0 0,2-10 0,-2-13 0,-2-3 0</inkml:trace>
  <inkml:trace contextRef="#ctx0" brushRef="#br0" timeOffset="136130">13258 17916 24575,'17'41'0,"0"1"0,6 12 0,3 8 0,-1 2 0,-6-11 0,-1 2 0,1 1 0,1 1-688,6 5 1,3 0 0,-1 1 0,-1-2 687,-6-4 0,-1 1 0,-1-4 0,-1-7 436,8 6 0,-5-16-436,-11-23 453,13-25-453,2-15 0,7 1 0,-8-4 1424,5-6-1424,8-24 0,-4 4 0,-1-4-495,-11 17 0,-1 0 495,5-8 0,-3 2 0,-1-22 0,-5 29 0,-5-6 0,-2 0 0,0 9 0,3-33 0,-8 47 0,1 1 0,-5 20 0</inkml:trace>
  <inkml:trace contextRef="#ctx0" brushRef="#br0" timeOffset="148896">20079 8834 24575,'9'64'0,"-4"-21"0,7 9 0,-8-37 0,-2 1 0</inkml:trace>
  <inkml:trace contextRef="#ctx0" brushRef="#br0" timeOffset="149446">19991 8955 24575,'53'36'0,"0"5"0,-38-30 0,7 15 0,-8-7 0,3 4 0,0-5 0,-5-3 0,0-9 0,-4-6 0,17-48 0,-5 6 0,1-4 0,2 0 0,-1-2 0,1-5 0,-1 7 0,-3 13 0,-10 14 0</inkml:trace>
  <inkml:trace contextRef="#ctx0" brushRef="#br0" timeOffset="173579">6872 10164 24575,'6'-6'0,"-3"2"0,0 2 0</inkml:trace>
  <inkml:trace contextRef="#ctx0" brushRef="#br0" timeOffset="181946">13541 8360 24575,'13'-3'0,"-2"0"0,-5 3 0,0 0 0,3 3 0,14 7 0,17 8 0,-4 3 0,5 4 0,5 5 0,0 1 0,-3 0 0,-1 3 0,9 11 0,-7 0 0,-5 9 0,-13-23 0,-6-1 0,-11 1 0,-4-10 0,-5-9 0,0 0 0,-3-6 0,3 2 0,-3-4 0,3 2 0</inkml:trace>
  <inkml:trace contextRef="#ctx0" brushRef="#br0" timeOffset="182365">13859 8654 24575,'14'17'0,"14"16"0,1 0 0,11 10 0,-9-15 0,-4-9 0,-9-9 0,-1-3 0,-2 2 0,0-5 0,3 1 0,6-19 0,-7 5 0,25-46 0,-30 40 0,14-25 0</inkml:trace>
  <inkml:trace contextRef="#ctx0" brushRef="#br0" timeOffset="186731">3378 9891 24575,'44'24'0,"-13"-6"0,6 3 0,4 3-2846,20 16 2846,-9-13 0,9 1 0,-3-3 0,5 1 0,5-3 0,-4-5 0,4-3 0,2-1 0,-2 1-981,1 0 0,0 0 1,-1 0-1,-1-2 981,-7-1 0,-1-2 0,-1-1 0,-3-2 0,5-2 0,-3-3 0,-4 0 236,9 1 0,-5-1-236,-5-1 0,-3-2 0,-5 1 0,-10 0 0,-20 0 0,-11 0 0,0 0 0</inkml:trace>
  <inkml:trace contextRef="#ctx0" brushRef="#br0" timeOffset="187299">5010 10015 24575,'11'8'0,"15"7"0,-8-2 0,9 4 0,-13 0 0,-1 6 0,-5 47 0,-9-19 0,-5 2 0,-1 1 0,-3 0-250,-2-2 1,-2-3 249,-12 8 0,9-28 0,0 0 0,8-19 0,0-2 0,0-5 0,2-3 499,-1 0-499,-4-3 0,5 0 0,-5 0 0,9 0 0,0 3 0</inkml:trace>
  <inkml:trace contextRef="#ctx0" brushRef="#br0" timeOffset="201446">13754 8352 24575,'10'52'0,"-1"1"0,4 20 0,-3-33 0,0-2 0,4 16 0,3-7 0,2 16 0,-1-24 0,-6-2 0,-6-22 0,-1-6 0,-1-6 0,-1 2 0,0 9 0,-6 8 0,-3 5 0,2 11 0,-5-13 0,5 7 0,-4-9 0,4-10 0,0-3 0</inkml:trace>
  <inkml:trace contextRef="#ctx0" brushRef="#br0" timeOffset="201812">13492 8464 24575,'0'8'0,"10"9"0,10 30 0,-1-16 0,6 14 0,-16-35 0,0-2 0,-3-5 0,0 0 0,8 3 0,-6-6 0,23 8 0,-18-7 0,7 4 0,-15-5 0</inkml:trace>
  <inkml:trace contextRef="#ctx0" brushRef="#br0" timeOffset="204746">18924 18143 24575,'25'3'0,"2"-2"0,-16 1 0,5 1 0,-7 0 0,0 3 0,-3 6 0,-3-2 0,-6 19 0,-10 11 0,-3-3 0,-8 4 0,-14 3 0,-9 3 0,4-2-453,2 2 1,-1 2 452,0-10 0,-8 4 0,2-2 0,10-8 0,-11 15 0,12-14 0,5-5 0,18-18 0,8-8 0,-3-3 0,2 0 0,-2 0 905,3 0-905,-3 0 0,-19-12 0,-4-5 0,-8-2 0,14 4 0,15 12 0,8 3 0</inkml:trace>
  <inkml:trace contextRef="#ctx0" brushRef="#br0" timeOffset="205098">18285 18740 24575,'15'5'0,"-3"7"0,7 15 0,0 17 0,3 1 0,8 16 0,-6-16 0,4 7 0,-12-18 0,2-4 0,0-18 0,-1-4 0,0-8 0,-6 0 0,14 0 0,9-2 0,7-1 0,26-8 0,3 0-1136,-11 6 1,0-1 1135,-2-4 0,2-4 0,-3 4 0,0 4 0,-5 1 0,-10-3 0,-2 0 0,25 1 0</inkml:trace>
  <inkml:trace contextRef="#ctx0" brushRef="#br0" timeOffset="215662">27688 12163 24575,'-11'0'0,"-34"12"0,-18 11-3239,12-3 1,-4 4 3238,-5 6 0,-5 3 0,16-7 0,-5 3 0,-1 1 0,2 3-245,-1 2 1,1 2 0,-1 2 0,-2 1 244,3-4 0,-2 2 0,-1 1 0,2-1 0,4 0 0,3 0 0,2 0 0,3-1 0,2-2 0,-5 4 0,3-2 0,7-6 1560,-4 8-1560,24-21 0,13-15 0,2 0 0</inkml:trace>
  <inkml:trace contextRef="#ctx0" brushRef="#br0" timeOffset="216979">26091 12720 24575,'0'9'0,"0"7"0,0 1 0,0 9 0,3-8 0,12 33 0,2-5 0,3 4 0,9 2 0,-6-19 0,15 18 0,5 4 0,-10-16 0,2-3 0,-16-20 0,-2-4 0,-8-3 0,27 14 0,-2 5 0,10-4 0,-12 1 0,-17-17 0,-6-4 0,2 4 0,-4-7 0,2 4 0,-3-4 0,0 2 0,0-3 0,-3 0 0,0 0 0</inkml:trace>
  <inkml:trace contextRef="#ctx0" brushRef="#br0" timeOffset="241295">27513 12276 24575,'-6'0'0,"-3"0"0,2 0 0,-4 0 0,-9 0 0,-28 0 0,-10 12 0,4 4 0,-4 5 0,2 1 0,-2 4-1507,8 0 1,-3 4-1,1-1 1507,4-2 0,0 0 0,-4 2 0,-4 6 0,-5 3 0,-1 2 0,1 0-583,2 0 0,1 1 0,-1 0 0,-1 0 583,5-3 0,-3 2 0,0-1 0,1 0 0,4-4 0,-13 10 0,4-4 0,5-3 0,-6 7 0,12-10 0,17-23 0,23-5 0,9-7 0</inkml:trace>
  <inkml:trace contextRef="#ctx0" brushRef="#br0" timeOffset="242049">25765 12681 24575,'0'47'0,"5"4"0,9 21 0,-3-30 0,1-5 0,2 1 0,18 18 0,4 9 0,10-13 0,-6-28 0,-1-16 0,13-3 0,-4-5 0,4 0 0,-3 0 0,4 0 0,-1-2 0,4 0 0,-3-1 0,14 0 0,-3 0 0,-10-1 0,-2 1 0,-8 0 0,-5 1 0,-2 2 0,-15 0 0,-9 0 0,-16 0 0</inkml:trace>
  <inkml:trace contextRef="#ctx0" brushRef="#br0" timeOffset="252395">12539 8582 24575,'63'-6'0,"7"2"0,3-1 0,-23-1 0,5-2-1130,4 3 1,12 0-1,7 0 1,-2 0 0,-8 1 1129,4 1 0,-6 0 0,8 0 0,-10 0 0,9 0 0,5 0 0,-1 0 0,-4 1 0,-8 0 0,13 2 0,-8 0 0,0 0 0,-12 0 0,0-1 0,0 1 0,-2 1 0,6 4 0,-1 2 0,2 3 0,-5 0 0,3 2 0,2 1 0,5 2-706,-5-1 1,5 1-1,3 1 1,2 1-1,1 0 1,1 0 705,-11-3 0,2 1 0,2-1 0,1 1 0,0 0 0,-1 0 0,-2 0 0,-3-1-374,7 2 0,-3 0 0,-2-1 1,0 1-1,0-1 0,4-1 374,-3-2 0,3 0 0,2 0 0,-1-1 0,-1 0 0,-4-2 0,-6 0-321,7-1 1,-7-1-1,0-1 1,4-1 320,8 0 0,7-1 0,0-1 0,-3 0 0,-8 0 358,-4 0 0,-7 0 1,0-1-359,14-1 0,0-2 0,-38 1 3216,-53 0-3216,5 0 5630,-1 0-5630,8 3 3082,11 0-3082,7 7 402,9 2-402,33 15 0,10 11 0,-23-17 0,2 0 0,7 8 0,2-2 0,-6-8 0,1-2-644,3 4 0,1-2 644,2-2 0,1-4 0,-3-5 0,-1-1 0,-7 1 0,-2-3 0,22-5 0,-27 0 0,-20 0 0,1 0 1288,-8 0-1288,0 0 0,3 0 0,10 0 0,20 0 0,-11-3 0,8 3 0,-26-3 0,1 3 0,-7 5 0,7 25 0,-9 12 0,-3 11 0,1 17 0,-2 8-1526,2-12 0,0 4 0,-2 1 1526,-2 2 0,-1 1 0,-1 4 0,2-10 0,0 2 0,0 3 0,0 3-878,0-10 0,1 3 0,0 3 0,0 0 1,0 0-1,-1-2 878,0-4 0,0-1 0,0 0 0,-1 0 0,1 2 0,1 1-504,0-1 1,2 2 0,-1 1 0,1 1-1,0 0 1,0-2 0,0-3 503,-1 0 0,0-1 0,0-2 0,1 0 0,0 0 0,1 1-393,1 0 0,1 0 1,0 1-1,1-1 1,1 1-1,0 1 393,1 2 0,0 0 0,1 0 0,0 1 0,1 1 0,1 1 0,0-2 0,1 1 0,1 0 0,0 1 0,1 2 0,1 0 0,0 0 0,0-9 0,1 0 0,0 1 0,1 0 0,1 1 0,0 1 0,0 0 0,0-1 0,0 1-74,0 4 1,1 0 0,1 0 0,-1 0-1,1 1 1,0 0 0,-1 0 0,1 0-1,0 0 74,0 1 0,1 1 0,0 1 0,0 1 0,0-2 0,0-1 0,-1-1 0,0-4 0,-1-3 46,2 7 0,0-4 0,-1-3 0,0-1 1,-1-1-1,-2 1-46,2 10 0,-1 1 0,-2-1 0,-2-4 0,-1-8 0,-3-2 0,-2-8 0,-1 7 0,-1-2 0,-1 6 0,-1 2 0,1 1 0,-1-3 278,2 6 0,-1-2 0,0 0 0,-1 5-278,-1-10 0,-1 4 0,0 1 0,0 1 0,-1-1 0,0-2 142,-1 2 1,-1-1 0,0-1 0,0-1 0,0-2-143,0 4 0,0-2 0,0-1 0,-2 0 0,-1 3 0,-1 0 0,-1 0 0,0 1 404,1 2 0,0 0 0,0 1 0,-1 1-404,1-12 0,-1 1 0,1 0 0,-1 2 0,0 3 0,0-5 0,1 4 0,-1 3 0,1-1 0,-1 0 0,1-2 0,-1-5 49,-2 17 1,0-6 0,0-1 0,0 2-50,1-7 0,-1 3 0,1-1 0,0-5 0,1-9 0,-2 7 0,1-8 770,0 8 0,0-16-770,4-35 3087,-3 3-3087,-1-11 2352,1 0-2352,-3 2 5487,-21-1-5487,-8 7 0,-5 5 0,-10 6 0,-3 4-816,11-6 1,-1 1 0,0 2 815,3 3 0,1 2 0,1-2 0,-16 5 0,-3-1-430,3-6 0,-4 0 0,0-3 430,7-4 0,0-3 0,-5-1 0,-5-1 0,-5-1 0,-3-1 0,2-2-1055,4-1 0,0-2 1,1-1-1,1-1 1055,2 0 0,2-2 0,-1 0 0,1-1 0,-2 0 0,0-1 0,1-1 0,4 0-403,-1-1 1,4 0 0,-3 0 402,4 0 0,-3 0 0,-2 0 0,-1 0 0,-9 0 0,-2-1 0,-2 1 0,-1 1-545,8 2 1,-1 1-1,-1 1 1,0-1-1,1 0 545,3-1 0,-1 0 0,1-1 0,2 1 0,3 1 0,-16 1 0,5 2 0,5-1 85,-10 1 1,12-2-86,9-4 2954,-16-2-2954,31-3 0,0-3 0,-3-1 0,1-2 0,-22-7 468,26 7 0,2-1-468,-4-5 0,10 3 0,-3-2 0,-9-3 0,-5-2 1492,-8-4 1,-7-4-1,-1 1-1492,2 0 0,-1 1 0,-3-1-829,4 4 1,-3-1 0,-1 1 0,3 0 828,10 3 0,2 2 0,0-1 0,-3-2 0,-1 1 0,-4-2 0,-1-1 0,2 1 0,2 0 0,2 0 0,3 0 0,0 0 0,-4-2 0,-2-2 0,-4-1 0,-1-2 0,0-2 0,4-1-364,5-1 0,2-1 0,1-2 0,2-1 1,2-1 363,-5-7 0,4 0 0,1-3 0,3-5 0,6 1 0,0-4 0,3-3 0,3 1 0,5 3-448,5 2 1,5 1 0,3 2 0,3-1 447,1-11 0,5 0 0,1 2 0,-1 8 0,1 2 0,2-3 0,2 3 0,2-2 0,2-3 0,1-3 0,3 1 0,1-4 0,2-1 0,2-4 0,-1-2-334,-2 13 1,1-2-1,0-3 1,1-2-1,0 0 1,0 0-1,1 2 1,-1 1 333,1-2 0,1 1 0,0 1 0,0 0 0,0 0 0,0-1 0,1-1-118,-1 4 1,0-2-1,1 0 1,0 0 0,0 0-1,-1 0 1,0 2 0,-2 2 117,3-10 0,-1 1 0,-1 2 0,0 1 0,-1 1 0,0 2 0,-1-2 0,1 3 0,-2 2 0,1-2 0,-2-3-192,0 1 0,1-1 0,-1-2 0,-1-1 0,-2-2 0,-2-1 192,-3 3 0,-3-3 0,0-1 0,-3-1 0,1 0 0,-2 0 0,1 0 0,1 2 0,-1-1 0,-1 1 0,0 0 0,0 0 0,-2-1 0,0-1-133,0 5 0,-1-1 1,-1-1-1,0-1 0,-1 2 1,0 1-1,0 2 1,-1 4 132,-3-15 0,-2 4 0,0 3 0,0 2 0,-1 4 0,-2-1 0,0 5 0,-1 2 0,0 0 172,1 4 1,1 2-1,-2 0 1,1 0-173,-3-4 0,0-1 0,0 2 0,1 5 0,-5-9 0,-1-1 562,4 10 1,-4-8 0,2 2 0,4 10-563,6 9 0,0 2 0,-16-30 0,2 2 0,8 10 0,11-13 2894,6 20-2894,9 0 0,2-5 0,-1-2 0,3-2 0,4-4 0,1-2 1980,-3 0 0,-1 0-1980,-2 5 0,-1 3 0,0 8 0,-1-2 1147,-5-3 0,-1-3 1,0 1-1148,4-14 0,-1-2 0,-3 13 0,0-5 0,0 0 0,0 3-842,0 1 1,0 3-1,0-2 842,0-11 0,0-1 0,0 2 0,-1 11 0,1 2 0,1 0 0,1 0 0,0 1 0,1 2 0,-1-5 0,3 0-206,5 0 1,4-3 0,3 2 205,8-13 0,2 4 0,-6 6 0,0 3 0,-1 10 0,0 1 0</inkml:trace>
  <inkml:trace contextRef="#ctx0" brushRef="#br0" timeOffset="255395">19243 8716 24575,'-6'14'0,"-3"20"0,-8 29-735,6-18 1,-1 4 734,-1-2 0,-2 3 0,1 4-736,3 0 0,1 4 0,0 1 1,-1 3 735,-2 9 0,-1 2 0,0 2 0,2-1-1030,2-2 1,1-1 0,1 1 0,0-1 1029,-1 3 0,0 0 0,1-2 0,2-6 0,2-13 0,1-5 0,0 3-626,0 15 1,1 3 0,-1-4 625,0 4 0,-1 3-270,3-12 1,1 7 0,0 2 0,-1 0 269,0 2 0,-2 0 0,1 1 0,1-2 0,0-6 0,1-1 0,0 0 0,1-2 0,1 17 0,0-2 0,0-7 0,-1-6 0,0-4 384,5 1 0,2 3-384,-2-2 0,2 4 0,0-2 0,0-7 0,0-2 0,2 4 0,3-1 0,2 4 0,1 0 0,-2-3 0,0 2 0,-1-3 0,1-1 0,2-5 0,2-2 0,-3-2 0,-1 6 0,-2-7 0,4-3 4186,-2 8-4186,1 14 0,-7-25 0,0-1 0,7 28 0,-10 2 0,-1-24 2597,1 28-2597,-3-31 0,2 1 0,6 15 0,0-1 1430,3 17-1430,0-17 0,1-1 0,5 2 0,-4-8 0,-1 1 0,-3-8 0,0-1 582,6 13 1,2 1-583,-3-9 0,1-1 0,4 0 0,2-3 0,-3-7 0,2-2 0,3-1 0,2-1 0,20 16 0,-21-18 0,1 1 0,4-5 0,2 0 668,2 5 0,1-1-668,-2-2 0,0-2 0,19 11 0,-22-17 0,-7-9 0,29 13 0,-16-10 0,2 0 0,7 0 0,0 0 0,-3-2 0,0-2 0,1-1 0,-2-1 0,14-1 0,-8-1 0,2-1 0,-8 0 0,0-2 0,10 1 0,3 0 0,17 2 0,-1 1-897,-23-6 0,0-1 897,17 4 0,-1-1 0,9-3 0,-13 0 0,-17 0 0,-1-11 0,-15 2 0,6-8 0,1-8 1794,-15 10-1794,25-21 0,-28 21 0,9-6 0,-4-7 0,-9 14 0,11-15 0,-2-6 0,-6 17 0,13-32 0,19-6 0,-16 21 0,5-5 0,2 1-1195,0 0 0,3 2 0,1-2 1195,13-11 0,3-2 0,-4 6 0,0 6 0,-2 1 0,-8 4 0,1-2 0,-2 2-397,7 0 1,1-1 396,1-2 0,3-4 0,-1 1 0,-9 6 0,-2 2 0,-1 1-576,14-8 1,-5-1 575,-9 1 0,-8 4 0,-16 13 0,12-20 0,-19-3 1586,-8 10 0,-1-4-1586,1-17 0,0-3 0,-3 0 0,0 2 138,-3 9 1,1 2-139,2 9 0,-1-2 0,-11-21 0,-2-5 0,8 17 0,1-1 0,-2-5-794,-3-10 1,-2-8 0,-1 0 0,3 4 793,1-1 0,1 4 0,-1-1 0,0 5 0,-2-3 0,1 3 0,2 7-440,-1 0 1,1 0 439,0-11 0,0-9 0,1 0 0,3 7 0,2 1 0,1-6-358,-1 15 1,0-4 0,0-1 0,1-1 0,0 2 357,1-8 0,0 0 0,0 1 0,0-2 0,0 4 0,1-2 0,-1-1 0,0 3 0,-1 5-997,0-7 1,-2 5-1,0-1 997,0 4 0,0-2 0,-1 1 0,-1 7 0,-3-9 0,-1 4 1137,-5-9 0,-1-4-1137,4 16 0,-2-1 0,0-1 0,-1 1 0,-1 0 0,0 1 0,3 6 0,-1 1 0,0 4 0,-4-3 0,2 7 0,4 1 726,-2 17-726,2 3 1788,-1 0-1788,0 6 5116,-2-5-5116,-29-30 0,-1 1 0,3 7 0,-9-6 0,6 5-277,14 15 1,0 1 276,-11-11 0,-4-6 0,5 8 0,-18-12 0,5 0 0,15 21 0,-3 1-68,-2-1 0,-1-1 68,0 2 0,-4 0 0,-14-9 0,0 1 0,23 13 0,0 3 0,-3 3 0,2 2 0,0 1 0,-9 1 0,29 6 0,-15 0 1545,6 1-1545,-1 4 148,5 0-148,-5 0 0,-8 0 0,-10 0 0,-7 0 0,20 0 0,-13 0 0,-1 0 0,1 0 0,-4 0 0,0 0 0,3 0 0,8 0 0,2 0 0,6 0 0,18 0 0,4 0 0,5 0 0,0 3 0,2-2 0,1 1 0</inkml:trace>
  <inkml:trace contextRef="#ctx0" brushRef="#br0" timeOffset="261814">19847 8750 24575,'-4'17'0,"-3"29"0,13-10 0,3 3 0,-4 33 0,13-1-1695,-7-31 0,4 5 1695,5 0 0,6 6 0,3 5 0,2 3-822,-4-4 0,1 3 0,2 4 0,2 1 0,0 1 0,1 0 822,-4-9 0,1 0 0,1 1 0,0 1 0,1 1 0,1 1 0,0 1 0,0 1-290,-2-3 1,2 2-1,-1 1 1,2 1-1,-1 1 1,1 1-1,0-1 1,-1 0-1,0 0 1,-1-1 289,2 4 0,-1-1 0,0 0 0,0 0 0,0 0 0,-1 0 0,1 1 0,-1 0 0,1 1 0,-2-3 0,1 2 0,0 0 0,0 1 0,0 0 0,-1 0 0,0 0 0,0-1 0,-2-1 0,0-2 0,3 7 0,-2-1 0,0-1 0,-1 0 0,-1-1 0,1 0 0,-1-1 0,0 1-384,0 0 0,1 0 1,-1 0-1,0 0 1,-1-1-1,-1-1 1,0-4-1,-3-3 384,3 9 0,-1-4 0,-2-3 0,-1-2 0,1 0-32,4 7 1,1-1-1,-2-4 1,-5-8 31,-3 1 0,-4-14 532,-1-19 0,-13-14 0,3-6 0</inkml:trace>
  <inkml:trace contextRef="#ctx0" brushRef="#br0" timeOffset="262795">19475 14134 24575,'5'-12'0,"4"-5"0,24-31 0,-2-2 0,5-13 0,-10 18 0,2-6 0,2-3 0,2-3 0,1-2-1165,-2 6 1,2-2 0,2-2 0,0-2-1,1-1 1,1-2 0,-1-2 1164,-3 4 0,0-2 0,1-3 0,0-1 0,0 0 0,1-1 0,-1 1 0,0 2 0,-1 1 0,2-1 0,0 1 0,-1 2 0,1 0 0,-1 0 0,0-1 0,-1-1 0,0-1 0,-2 2 0,0-1 0,0-2 0,-1 0 0,0 0 0,0 0 0,-1 0 0,-1 2 0,0 0 0,0-1 0,-1 1 0,0 1 0,-1 0 0,-1 0 0,1 0 0,-1-2 0,1 0 0,-1 1 0,-1-1 0,1 0 0,-1-2 0,1 1 0,-1-1 0,0 1 0,0 1 0,0 0 0,1-4 0,0-1 0,1 1 0,-1 1 0,0 0 0,-1 1 0,-1 1 0,0 1-495,2-9 0,0 2 0,-1 1 0,-1 1 1,0 2-1,-2 2 495,1 0 0,-1 1 0,-1 2 0,-2 3 0,-1 6 0,0-3 0,-3 6 0,-1 1-143,6-26 1,-5 10 142,-8 17 0,-6 22 0,0 18 4203,0-7-4203,0-6 6578,0-15-6578,0 6 623,0 4-623,0 14 0,0 9 0,0 0 0</inkml:trace>
  <inkml:trace contextRef="#ctx0" brushRef="#br0" timeOffset="264979">18405 18270 24575,'3'44'0,"0"0"0,0 20 0,-1 6 0,-1-19 0,-2 1 0,1 1-967,0 4 1,0 1 0,0-5 966,0 1 0,0-6 0,0-5 0,0-9 918,0-19-918,0 8 0,0-17 0,0-3 0</inkml:trace>
  <inkml:trace contextRef="#ctx0" brushRef="#br0" timeOffset="269762">21391 14826 24575,'-17'0'0,"-1"0"0,-42 6 0,27-5 0,-22 6 0,-12 6-2397,14 5 0,-3 3 0,0 1 2397,-5-1 0,-1 0 0,-5 3 0,8 0 0,-4 2 0,-3 2 0,1 1 0,5-3 110,-2 1 0,4 0 1,0-2-1,2 1-110,-13 4 0,1-1 0,6-2 0,-7 3 0,12-11 0,17-23 0,21-1 0,-7-7 0,23 11 0,0-2 0</inkml:trace>
  <inkml:trace contextRef="#ctx0" brushRef="#br0" timeOffset="270612">19767 15202 24575,'-22'59'0,"7"-21"0,-3 5 0,-2 5 0,-3 6 0,-1 0-549,-1 2 1,-1 0 0,2 0 548,4-4 0,0-1 0,2-3 0,-4 10 0,4-6 533,7 1-533,14-34 272,0-15-272,6 1 0,8 3 0,25 2 0,-6-6 0,5 0 0,25-1 0,7-1-516,-17-1 0,3-1 0,5-1 516,-6 0 0,6 0 0,3-1 0,1 0 0,0 0-634,1 0 0,0 1 0,2-1 1,-1 0-1,2-1 634,-8 1 0,2-1 0,1 0 0,-1 0 0,-3 0 0,-4 0 0,7 1 0,-3-1 0,-4 1 0,-5 0 0,22-3 0,-25 2 0,-44 3 0,-13 0 492,0 0 1,2 0-1,2 0 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1T09:12:45.51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2168 3729 24575,'40'0'0,"1"0"0,0 0 0,7 0 0,13 0 0,10 0 0,1 0-1872,-14 0 0,2 0 1,-1 0-1,-1 0 1872,9 0 0,-1 0 0,1 0 0,-10 0 0,1 0 0,-1 0 0,-3 0 0,19 0 0,-1 0 428,-12 0 0,1 0 0,-1 0-428,18 0 0,-7 0 0,-20 0 0,-9 0 1348,-10 0-1348,10 0 0,25 0 0,15 0-1345,-14 0 1,5 0 0,3 0 1344,-6 0 0,3 0 0,1 0 0,0 0-465,-3 0 0,1 0 0,-1 0 0,-2 0 465,-7 0 0,-1 0 0,-1 0 0,2 0 0,4 0 0,1 0 0,1 0 0,1 0-253,2 0 1,0 0 0,2 0-1,0 0 253,-11 0 0,1 0 0,0 0 0,-1 0 0,-1 0 0,10 0 0,-1 0 0,-3 0 0,-4 0 0,0 0 0,-5 0 0,-2 0 0,14-4 0,-7 1 0,4 1-185,-2-4 1,8 0 184,0 1 0,3 2 0,-19 0 0,3 1 0,2-1-149,-4-1 0,3 0 1,0 1-1,-3 0 149,-1 2 0,-3 1 0,4-1 0,7 0 0,5-1 0,1 0 0,-6 0 1050,-4 0 1,-3-1-1,1 1-1050,15 1 0,2 1 0,-4-1 0,5-2 0,-6-1 0,-12 4 0,-4 0 0,-13 0 0,-2 0 0,32 0 815,-32 0 1,4 0-816,21 1 0,1-2 0,-16-2 0,5 0 0,1 1 0,11 1 0,0 0 0,-8 0 0,6-3 0,1 1-127,-4 1 0,10 2 0,0-1 0,-6 1 127,-7-1 0,-3 1 0,0 1 0,7-1 0,0 0 0,0 0 0,-8 0 0,0 0 0,-3 0 0,12 0 0,-3 0 0,-10-1 0,1 2 2670,12 1 1,0 2-2671,-16-3 0,2 2 0,24 3 0,0 1 18,-25-2 0,-2 0-18,9 2 0,-2 0 0,-16-1 0,-2 1-58,12 0 1,4 0 57,16 5 0,7 3 0,-11-2 0,3 0 0,1 0-688,0-1 0,-1-1 1,1 0 687,6 5 0,2 0 0,-7-3 0,-1-4 0,-7-1-172,-10 0 1,-5 0 171,20 4 912,-38-11-912,9 8 317,-15-9-317,-12 3 3801,6-3-3801,-5 0 562,10 0-562,-7 0 0,5-3 0,-11 3 0,0-3 0</inkml:trace>
  <inkml:trace contextRef="#ctx0" brushRef="#br0" timeOffset="1116">1565 2353 24575,'6'21'0,"2"14"0,-4 14 0,-1 10 0,6 14 0,0 2-1955,-4-8 1,0 1 1954,2-13 0,1 0 0,-3-4 0,-4-8 0,0 1 0,3 8 0,1 6 0,0 1 171,-2 1 1,-1 1-1,1-1-171,0-6 0,1-2 0,0 1 0,-1 25 0,1-9 0,2-16 792,-5-7-792,5-29 0,-5-10 0,1-2 0</inkml:trace>
  <inkml:trace contextRef="#ctx0" brushRef="#br0" timeOffset="2966">1703 2774 20716,'9'-6'0,"3"2"1829,8-8-1829,-4 2 653,27-3-653,-26 4 0,50-10 0,-22 7 0,7-1 0,-3 3 0,4 0 0,3 0-716,13-2 0,3 0 1,5 1 715,-7 4 0,5 0 0,0 2 0,-4 0-1225,-11 1 1,-3 0 0,0 0 0,1 1 1224,10 1 0,3 0 0,-2 1 0,-2-1 0,1-1 0,-3 0 0,6 1-419,-11 1 0,4 1 0,3 0 1,0 0-1,-1-1 419,-6 0 0,0 0 0,0-1 0,1 0 0,4 1 0,5-1 0,5 1 0,2-1 0,1 1 0,-3 0 0,-4 0-565,-5 0 1,-4 1 0,-1 0 0,0 0-1,2-1 565,4 0 0,2-1 0,-1 0 0,-1 0 0,-3 1 0,-3 1 0,-3 0 0,-1 1 0,2-2 0,7 0 0,1-1 0,1-1 0,1 2-57,-6 0 1,1 1 0,2 0 0,0 0 0,-1-1 56,3 0 0,-1-1 0,1 1 0,0-1 0,0 0 0,-1 1 0,0 0 0,0 0 0,-2 0 0,-2 0 0,4-1 0,-3 0 0,-2-1 0,-2 1 0,6 0 0,-3 0 0,-1-1 0,-8-2 0,-1 0 0,4 0 553,3 1 1,5 0-1,1 0 1,-3-1-554,8 0 0,-2 0 0,5-1 0,-8 0 0,7-1 0,1 0 0,-1 1 0,-7 0-103,9 3 1,-7 1 0,3-2 102,-5-1 0,2-1 0,-1 0 0,-4 1 0,-4 1 0,-3 2 0,3-1 0,3-3 0,4 0 0,3 0 0,0-1 313,-9 2 1,2 0 0,1-1 0,1 1 0,0 0-314,2 0 0,1-1 0,0 1 0,1 0 0,2 0 0,-4 0 0,3 1 0,1 0 0,0 0 0,-4 0 0,-3 0-411,4-1 1,-4 1 0,-2 0 0,2 0 410,7 1 0,2 1 0,-2 0 0,-8 0 0,7-2 0,-1 0-67,-13 2 0,4 0 1,2 0-1,0 1 67,0 0 0,-2 1 0,3 0 0,4-1 0,-6 0 0,5 0 0,1-1 0,2 1 0,-2 0 0,-3 0-38,2 0 0,-2 1 0,-1 0 0,-1 1 0,-1-1 38,7 0 0,-1 0 0,-2 0 0,-3 0 0,4 0 0,-3 0 0,4 0 0,-1 0 0,3 0 0,3 0 0,2 0 0,-4 0 0,3 0 0,1 0 0,3 0 0,3 0 0,-11 0 0,4 0 0,2 0 0,0 0 0,1 0 0,-1 0 0,-2 0 0,-5 0 0,0 0 0,-1 0 0,0 0 0,-1 0 0,-1 0 0,0 0-287,6 0 1,-1 0-1,0 0 1,-2 0-1,-1 0 1,-2 0 286,2 0 0,-3 0 0,-1 0 0,-1 0 0,-2 0 0,3 0 0,-2 0 0,0 0 0,2 0 299,-3 0 1,3 0 0,1 0-1,-1 0 1,-2 0-300,4 0 0,-3 0 0,1 0 0,3 0 0,4 0 0,4 0 0,1 0 0,-2 0 0,-6 0-192,11 0 1,-6 0-1,2 0 192,-9 0 0,2 0 0,-2 0 0,-3 0 0,-4 0 0,-4 0 0,2 0 0,10 0 0,1 0 0,4 0 144,-6 0 1,3 0 0,1 0 0,3 0-145,-5-1 0,1-1 0,1 0 0,2 0 0,2 1 0,-2 0 0,2 1 0,1 0 0,1 0 0,-2 0 0,-2-1 5,3 0 1,-1-1 0,-2 0 0,-1 1-1,-2-1-5,4 2 0,-3 0 0,-1 0 0,-3 0 0,4 0 0,-3 0 0,1 0-57,-10 0 0,1 0 1,1 0-1,3 0 57,-1 0 0,2 0 0,1 0 0,2 0 0,0 0 0,4 0 0,2 0 0,0 0 0,0 0 0,1 0-105,-8 0 1,1 0-1,1 0 1,-2 0 0,-2 0-1,-5 0 105,19 0 0,-6 0 0,7 0 0,-16 0 0,7 0 0,4 0 0,-1 0 0,-4 0 0,-6 0 0,12 0 0,-7 0 0,6 0 0,-14 0 0,6 0 0,3 0 0,0 0 0,-2 0 0,-5 0 103,8 0 1,-4 0-1,-3 0 1,-4 0-104,0 0 0,-4 0 0,-2 0 1865,15 0 0,-19 3-1865,-38 3 2120,-3 4-2120,14 25 0,8 12 0,4 9 0,3 6 526,-4-3 1,1 3-1,0-1-526,-3-6 0,0-1 0,-4-2 0,1 15 0,-3-3 0,-5-17 0,-3-3 935,-2-1 0,-2-1-935,2 1 0,-1-2 0,9 28 0,-11-16 0,-3-20 0,-3-10 3570,1-4-3570,3 20 0,2-3 0,0 5 0,0 20 0,2 5-1180,7 4 1,0 1 1179,-6 2 0,-2-3 0,2-16 0,-1-4 0,-8-8 0,0-1 0,6 27 0,-8-34 0,2-9 0</inkml:trace>
  <inkml:trace contextRef="#ctx0" brushRef="#br0" timeOffset="4816">22201 4138 24575,'-9'0'0,"2"0"0,-5 0 0,6 0 0,-3 0 0,-3 0 0,-3 0 0,-7 0 0,-28 0 0,-16-7-437,22 6 1,-6 1 436,-10-3 0,-7 1 0,0 0-818,3 1 0,-1 2 0,-5-1 818,9 0 0,-4 0 0,-4 0 0,1 0 0,1 0 0,5 0 0,1 0 0,0 0 0,0 0 0,1 0-1259,-9 0 0,0 0 0,1 0 0,2 0 1259,5 0 0,0 0 0,3 0 0,1 0 0,-4 0 0,2 0 0,-3 0-548,4 0 0,-3 0 1,-2 0-1,-4 0 548,8 0 0,-2 0 0,-2 0 0,-3 0 0,0 0 0,-2 0 0,0 0 0,-2 0 0,-2 0 0,-1 0 0,1 0 0,0 0 0,1 0-428,4 0 1,1 0-1,0 0 1,1 0-1,0 0 1,0 0-1,0 0 428,-9 0 0,0 0 0,0 0 0,1 0 0,3 0 0,3 0-17,-7 0 0,4 0 0,2 0 1,-2 0 16,9 0 0,0-1 0,-1 1 0,-1 0 0,-1 1 0,-7 1 0,-1 1 0,-2 1 0,-1-1 0,1 0 181,8-1 1,0 0 0,-1-1 0,1 1 0,-1 0 0,2 1-182,-11 1 0,-1 1 0,2 0 0,1 1 0,3-2 0,-3 1 0,2-1 0,2 0 0,3 0 0,-10 2 0,3-1 0,6 1 0,-2-2 0,1 1 0,11-1 0,-3 1 0,4-1 667,1-1 0,-1-1-667,-11 0 0,-7 0 0,4 1 0,1 3 0,0-1 346,6-4 0,-4-1 0,2 0-346,11 2 0,3 1 0,-3-1 0,-7-1 0,-2-2 0,-4 1-29,2 2 0,-4 0 0,-3 0 1,1 0 28,12-1 0,-1-1 0,0 0 0,-1 0 0,-2 1 0,-7 0 0,-4 1 0,0 0 0,2-1 0,2 0-24,-4 0 0,3-1 1,2-1-1,3 1 24,-2 0 0,3 0 0,5 0 0,-8 1 0,5-2 182,13-2 0,0 0-182,-3 3 0,-3-1 0,-11-5 0,1 0 0,17 5 0,4 0 0,-18-4 0,27 2 0,-3-1 0,-13-3 0,-7 0 0,4 1 0,-5 1 0,0-1 871,-2-1 0,-1-1 0,-2 1-871,7 1 0,-3 1 0,1-1 0,5 1-156,-19-3 0,3-1 156,15 0 0,0-1 0,4 0 0,1 3 0,1-2 1090,-12-7 0,-5-1-1090,10 5 0,-3 2 0,-3-1 0,6 0 0,-3-1 0,0 1 0,1 0-640,3 2 0,0 0 0,1 1 0,0 0 640,-19-3 0,0 1 0,7 1 0,10 1 0,-1 1 0,6 2 0,-8-1 0,-1 0 0,4 0-142,-4-4 0,2-1 1,-6 1 141,8 3 0,-6 0 0,-1 0 0,0 1 0,6-1 0,-13-1 0,5-1 0,3 2 0,11 0 0,3 0 0,1 2 0,-10 0 0,4 2 0,11 0 0,0-1 0,-10-3 0,-6 1 0,-3 2 0,-6 1 0,-2 1 0,16-1 0,-1 1 0,0 0 0,-2 0 0,-7 0 0,-2 0 0,0 0 0,1 1 42,6 0 1,0 2-1,3-1 1,2 0-43,-1 0 0,3 0 0,-1 0 0,-2 0 0,-1 1 0,2-2 0,-11-2 0,0-1 0,11 3 0,-3 1 0,3-1 0,-12-2 0,-2-1-174,6 4 1,-4 1-1,-2-2 174,13 0 0,-2-1 0,-1 0 0,1 0 0,2 2 0,-1-1 0,1 1 0,0 0 200,-20-3 1,1 0 0,7 1-201,10 2 0,0 0 0,-5 0 0,-5 0 0,0 0-31,4 0 0,0 0 1,-4 0 30,-4 0 0,-5 0 0,0 0 0,5 0 0,3 0 0,4 0 0,0 0-293,-6 0 0,-1 0 0,8 0 293,10 1 0,0-2 0,4 0 0,-7-1 0,-3 0 0,2 0-51,2 1 0,0 1 1,-1 0-1,-2-1 51,-10 0 0,-4-1 0,0 0 0,1 0 0,2 0 0,0 0 0,2 0 0,3 1 0,-3 0 0,5 1 0,0-1 0,1-1 0,2 0 0,4-1 0,-1 0 0,2-1 0,-12 1 0,3-1 871,19 0 0,1-1-871,-12 1 0,2-1 0,-5-2 0,3 3 0,-5-8 1579,1 11-1579,19-4 0,-1 0 3899,-24 3-3899,-7-2 2204,42 4-2204,-1 0 0,5-5 0,-18 3 0,-2-2 0,-1 4 0,14 0 0,13 0 0,4 0 0,2-3 0,8 2 0,-1-1 0</inkml:trace>
  <inkml:trace contextRef="#ctx0" brushRef="#br0" timeOffset="51800">38834 7119 24575,'0'41'0,"6"-8"0,2 9 0,-2 6 0,0 9 0,0 4 0,-1-1-1537,1 3 0,-2 0 1,1 3-1,-1 4 1537,0-9 0,0 3 0,0 3 0,-1 1 0,0-1 0,-1-1 0,-1-2 0,0 1 0,-2-1 0,1 0 0,-1-1 0,1-2-979,0 5 1,0-2 0,0-1-1,0-1 1,0 1 978,0 13 0,0 2 0,0-4 0,0-8 0,0-14 0,0-5 0,0 5 65,0 14 1,0 8 0,0 2-1,0-2-65,1-10 0,1-3 0,1 2 0,-1 5 0,-1-3 0,1 5 0,-1 3 0,1 0 0,-1-3 0,1-6-455,0 2 1,1-5 0,-1-3 0,0 3 454,0 6 0,1 2 0,-2-3 0,1-7 0,-2 5 0,0 0 0,0-9 0,0 7 0,0 3 0,0 0 0,-1-7 0,0 1 0,0 1 0,-1 2 0,-1 1 0,-1 0 0,-1 3 0,-1 1 0,0 0 0,0-1 0,1-5 0,0 8 0,0-3 0,1-2 0,-4 3-129,-1-6 1,-2 4 0,-1-1-1,0-2 1,1-6 128,-1 1 0,1-5 0,-1 2 0,0 2 0,-1 2 0,-1 2 0,1-1 0,0-1 0,0-2 0,0 2 0,0 4 0,1 2 0,-1 5 0,1 2 0,0 0 0,1-2 315,1-8 1,0-1 0,1 0-1,0 2 1,0 3-316,1 6 0,0 4 0,1 2 0,0 1 0,0-4 0,2-5-256,-1 4 0,2-6 0,0-1 0,0 3 256,2-7 0,0 4 0,1-1 0,0-3 0,0-7 0,0 0 0,1-6 0,1-1 0,3 28 0,3-7 898,0-29 1,2-6-899,11 13 2891,1-17-2891,-7 13 0,-3-17 0,0 15 0,1 7 957,-1-2 0,-1 5-957,-2 2 0,1 8 0,-1 3 0,-1-6 0,2-3 0,-1-3 0,-1 2 0,1 16 0,-1 2 0,-1-10 2418,-2-18 0,-1-9-2418,4 3 0,-6-7 0,2-12 0,3 47 0,-1-17 0,1 9 0,-1 1-1516,-1-2 1,-1 0-1,0 2 1516,2 10 0,1 1 0,-3-6 0,-2-5 0,-2-8 0,1-2 0,0-33 0</inkml:trace>
  <inkml:trace contextRef="#ctx0" brushRef="#br0" timeOffset="53615">38785 6908 24575,'9'0'0,"15"0"0,28-3 0,16-1 0,-16-1 0,5-1 0,3-1 0,0 0-2458,4 0 0,1 0 1,2 0-1,1 0 2160,-4 0 0,2 1 0,1-1 0,-1 0 0,-3 0 298,3-2 0,-4 1 0,1-1 0,2 2-98,-6 1 1,2 0-1,1 1 1,1 0 0,2-1 97,-1 0 0,1-1 0,2-1 0,1 1 0,1-1 0,1 1 0,-3 0 0,2 1 0,1 0 0,0-1 0,1 1 0,-1-1 0,-1 1-212,-3-1 0,-1 1 0,0-1 0,0 0 1,-1 0-1,1 1 0,-1 0 212,11-1 0,1 1 0,-1 0 0,-1 0 0,-1 1 0,-3-1-266,-1 0 1,-2 1 0,-2 0 0,0 0 0,3 0 265,-4 1 0,1 1 0,2 0 0,0 0 0,1 0 0,1 1 0,-2 0 0,1 0 0,1 1 0,1-1 0,1 1 0,0 0 0,1 0 0,-3 0 0,0-1 0,2 1 0,0 0 0,0 0 0,-1 0 0,0 0 0,-2 1 0,2-1 0,0 1 0,-1 0 0,0 0 0,-2 0 0,-2 1 0,-1-1 0,10 0 0,-1 0 0,-3 0 0,-3 0 0,-3 0-155,-2-1 0,-4 1 1,-2 0-1,-3 1 155,6 1 0,-3 1 0,-3-1 1093,12-1 0,-4 0-1093,-2 3 0,-13 0 1680,-32-2-1680,11 4 0,39 9 0,-9-3 0,-15-4 0,-1 1 0,4 7 4512,19 1-4512,-17 1 5782,2-7-5782,-27-5 1076,-14-4-1076,-1-1 0,-2 2 0,3-3 0,0 0 0,-2 2 0,-2 17 0,-2 25 0,0-5 0,0 5-774,0 8 1,0 1 773,3-6 0,0 2 0,-2 15 0,-1 7 0,4-9 0,1 6 0,-1 2 0,-1-5 0,-1 3 0,0 2 0,0 2-987,1-4 1,1 4 0,-1 1 0,1-2 0,-1-6 986,-1-4 0,1-4 0,-1-1 0,0 0 0,0 5 0,0 0 0,0-2 0,-1-6 0,-1 7 0,0-1 0,2-2 0,0 6 0,0 4 0,0 1-556,-2-10 1,1 1 0,-1 1-1,0 2 1,1 2 555,0 4 0,0 5 0,0 1 0,1 0 0,-1-2 0,0-4-744,-1 10 0,0-5 1,0 0-1,0 2 744,0-6 0,0 4 0,0 0 0,0-4 0,0-5 0,0 7 0,0-7 0,0 3-487,0-3 0,0 2 0,0 1 0,0 1 487,0-1 0,0-1 0,0 2 0,0 4 0,0-8 0,0 2 0,0 3 0,0 1 0,0 1 0,0 1 0,0-5 0,0 2 0,0 0 0,0 2 0,0 0 0,0 0 0,0 1 0,0-5 0,0 1 0,0 1 0,0 0 0,0 0 0,0-1 0,0 0 0,0-1-87,0 3 1,0 0 0,0-1 0,0 0 0,0-1 0,0-2 0,0-2 86,0 13 0,0-1 0,0-3 0,0-2 0,0-1 86,0 0 1,0-2 0,-1-1-1,2 3-86,0 1 0,0 2 0,1 2 0,0-1 0,0-2 0,-1-10 0,1-2 0,-1-1 0,1 2 0,0 3-79,1 2 1,-1 5-1,1 1 1,1 0-1,-2-3 1,1-5 78,-1 6 0,0-5 0,0-2 0,0 1 0,2 4 0,0 1 0,0-2 0,-1-6 239,-2-6 0,-1-5 0,1 0-239,3 22 0,-1-3 1442,-2-12 1,-2 0-1443,1-7 0,0 3 0,0 2 0,0 8 0,0 3 0,0 1-227,0 6 0,0 2 0,0 1 227,0-15 0,0 1 0,0-1 0,0-1 0,0 9 0,0-1 0,0 0 0,0-4 0,0-1 0,0 2 0,0-5 0,0 2 0,0-1 0,0-5 1572,3 15 1,-1-5-1573,-3-10 0,1-1 0,2-13 2962,8-18-2962,-6-17 0,2-7 0,-3-3 0</inkml:trace>
  <inkml:trace contextRef="#ctx0" brushRef="#br0" timeOffset="54648">38899 17258 24575,'61'0'0,"0"0"0,-1 0 0,11 2 0,1 0 0,1 0 0,-15-1 0,-1-1 0,2 0 0,2 0-1967,-3 1 1,3 1 0,0-1 0,1 0 0,-2 0 1873,11-1 0,-2 0 1,0 0-1,-1 0 93,-1 0 0,1 0 0,-4 0 0,-6 0 113,7 0 1,-2 0-114,-10 0 0,2-1 0,-2 2 0,6 2 0,3 1 0,-5-2 0,6 0 0,5 0 0,-2 1 0,3 2 0,0 2 0,2-1 0,4 0 0,-11-2 0,3-1 0,2 0 0,1-1 0,-1 1 0,-2 1-441,3 1 0,-2 0 0,-1 0 1,1 1-1,1-2 441,4-1 0,4-1 0,-2-1 0,-2 1 0,-7-1 0,4 2 0,-7 0 0,8-1-369,-11-1 0,7-1 1,3-1-1,2 1 0,1 0 1,-4 0 368,-4 1 0,-1 0 0,-1 1 0,2-1 0,1 1 0,5-1 0,-8 0 0,3 0 0,3 0 0,2 0 0,1 0 0,-2 0 0,0 1 0,-4-1 0,-3 0-24,7 0 0,-3 1 0,-2-1 1,-2 1-1,1 0 0,0 0 24,5 0 0,2 1 0,0 0 0,-2 0 0,-4 0 0,-7-1 0,7-2 0,-8 1 0,5 0 0,-4 1 0,6 1 0,2 1 0,-4-1 0,-7 0 143,20-2 0,-6 0 1,-6 1-1,1 1 1,-27-1-1,-35-2 1</inkml:trace>
  <inkml:trace contextRef="#ctx0" brushRef="#br0" timeOffset="55898">40141 7917 24575,'0'28'0,"0"25"0,0 12 0,0-2 0,0 7-1655,0-10 0,0 6 0,0 4 0,0 1 1655,0-5 0,0 3 0,0 1 0,0 2 0,0 2-772,0-3 1,0 4 0,0 0 0,0 2-1,0-2 1,0 0 771,0-3 0,0-1 0,0 0 0,0-1 0,0 1 0,0-1-242,0 0 0,0 1 0,0-1 0,0-1 0,0-2 1,0-3 241,0 12 0,0-3 0,0-4 0,0-2 0,0 6 0,0-4 0,0 2 0,0-9 0,0 2 0,0 1 0,0 2-345,0-8 1,0 2 0,0 0 0,0 3 0,0 1 344,1 1 0,0 3 0,1 2 0,-1 0 0,1 0 0,-1 0-169,1-2 1,-1 1-1,0 0 1,1 0 0,0-2-1,0-2 169,1 5 0,0-1 0,1-2 0,-1-2 0,1-1 0,0 3 0,0-2 0,1-2 0,-1-2 0,2 9 0,0-2 0,-1 2 0,0-10 0,-1 2 0,1 1 0,-1 3 0,0-1 0,-1 4 0,1 1 0,-1-1 0,0-3 281,0 4 0,-1-4 0,0 0 1,1 5-282,-1-9 0,1 4 0,-1 2 0,1-1 0,-1-3 0,1-4 0,-1 1 0,0-5 0,1-1 0,-1 1 0,0 5 0,0 1 0,1-1 0,-1-4 0,1-1 0,-1-5 0,0 0 0,-1 1 0,-1-1 0,-1-2 0,2 12 0,-2 4 212,1-9 0,-1 8 0,-1 2 1,-2-2-213,-2-7 0,-3-2 0,1 2 0,-1 4 0,3-3 0,0 4 0,1 3 0,-1-1 0,-1-2 0,0-4 0,-3 3 0,-1-3 0,1-3 0,0-1 0,-1 11 0,2-2 0,1-12 3222,1 7-3222,4-36 5075,3 1-5075,0-13 2824,3-8-2824,0 3 584,0-3 0,0 0 0,-3 0 0</inkml:trace>
  <inkml:trace contextRef="#ctx0" brushRef="#br0" timeOffset="57649">40278 8048 24575,'17'0'0,"23"0"0,11 0 0,12-6 0,6-1-2250,-11 3 0,3 2 0,0-3 2250,6-4 0,0-2 0,0 1 0,-4 3 0,0 2 0,4-1 0,-4-2 0,3 0 0,3 0 0,3 0 0,-14 2 0,3 0 0,1 0 0,1 0 0,2 0 0,1 1-427,-1 0 1,1 1 0,1 0 0,2 0 0,0 0 0,1 0 0,0 1 426,-4-1 0,1 1 0,2-1 0,-1 0 0,1 1 0,0 0 0,-2 0 0,0 1-329,4 0 0,0 0 0,0 1 0,-1 0 0,-1 0 0,-1 0 0,-1 1 329,2 1 0,0 0 0,-2 0 0,-1 1 0,1-1 0,-1 1 0,1-1 0,0 0 0,0 0 0,-1 1 0,-2 0 0,-2 1-205,12 1 1,-3 2 0,-2 1 0,0-2 204,1 0 0,0-1 0,-3 0 0,-7 0 0,14 3 0,-15 0 1688,-8-1-1688,-14-12 3055,-21 5-3055,43-12 6127,-32 5-6127,12-1 1983,-16 2-1983,-8 5 0,1 1 0,-8-2 0,5 3 0,-9 6 0,2 5 0,-5 43 0,2 13 0,-3-29 0,0 1 0,0 7 0,0 4 0,3 17 0,1 6-829,-3-7 0,-1 4 0,1 4 829,2-3 0,1 5 0,0 0 0,-1-1-819,0-7 0,-1-1 1,0-1-1,1-1 819,1 8 0,2-2 0,-1-2 0,0-3 0,1-2 0,0-3 0,-1-10 0,0-3 0,0 3 0,1 11 0,-1 2 0,1 5 0,0-1 0,0 5 0,0 2 0,1 2 0,-2-10 0,0 3 0,1 0 0,-1 0 0,0-3-970,0 4 0,0-1 1,-1-1-1,1 2 970,0-3 0,0 2 0,0 1 0,-1-3 0,0-7 0,0-1 0,-2-5 0,2 2-898,0-1 1,0 3-1,0 1 1,1-2 897,1 13 0,-1-1 0,1 4 0,-1-14 0,0 2 0,0 3 0,0-1 0,0-2-99,0 7 1,-1-3-1,1 2 1,0 4 98,0-8 0,0 4 0,1 3 0,-1-1 0,1-1 0,-1-5 0,0 7 0,-1-4 0,1-1 0,0 2-84,-1-7 1,1 1 0,1 1-1,-1-3 1,-1-2 83,2 12 0,0-3 0,-1 2 0,0-7 0,-1 2 0,0 2 0,0 1 155,2 5 1,1 2 0,-1 0 0,0 3-156,-3-10 0,-1 1 0,0 1 0,-1 1 0,2-1 0,1 0 0,1 1 0,0 0 0,0-3 0,-2-3 0,-2-2 0,-1-2 0,0-3 0,1-4 0,1 5 0,1-5 0,-2-8 0,-1 7 3497,0-18-3497,0-12 2150,0 31-2150,0-16 3833,0 11-3833,0 18 0,0-21 0,0 7 0,0 5 157,0 6 0,0 7 1,0 2-1,0 2-157,1-10 0,-1 0 0,0 2 0,0 2 0,-1 1-784,1 1 0,-2 4 0,1 2 0,-1-2 0,1-4 1,0-8 783,0 12 0,1-9 0,-1 0 0,-1 9 0,0 0 0,4-29 0,2-38 0,2-8 0,-3-1 0</inkml:trace>
  <inkml:trace contextRef="#ctx0" brushRef="#br0" timeOffset="58449">40377 16699 24575,'9'0'0,"35"0"0,-5 0 0,8 0 0,3 0 0,7 0 0,5 0 0,-2 0-2458,-1-1 0,1-2 1,0 1-1,5 0 2309,2 0 1,4 0-1,3 0 1,-1 0-1,-1 0-357,-4 0 1,-2 0 0,1 0 0,0 0 0,2 0 505,-7 0 0,1 1 0,2-1 0,-1 1 0,2 0 0,-1 0-54,5 0 0,-1 1 0,1 0 0,1 1 0,2-1 0,0 0 54,-1 0 0,0 0 0,2 0 0,1 0 0,0 0 0,2 0 0,0 0 0,-11 0 0,1 0 0,0 0 0,2-1 0,0 1 0,0 0 0,-1 0 0,1 1 0,-2-1 0,7 0 0,0 1 0,-1 0 0,1 0 0,-1 0 0,-1 1 0,-1-1 0,-1 0 0,2 0 0,1 0 0,-1-1 0,-1 1 0,-3 0 0,-4 1 0,-4-1 0,9 2 0,-5 0 0,-5 0 0,-8 0 0,6 0 0,-22 0 0,-32 0 0</inkml:trace>
  <inkml:trace contextRef="#ctx0" brushRef="#br0" timeOffset="60382">40376 12052 24575,'12'0'0,"49"-6"0,-23 2 0,7-1-906,4-3 0,8-2 1,4 0-1,-3 0 906,12-2 0,0 1 0,2-1 0,-11 0 0,1 0 0,3-1 0,1 0 0,2 2 0,4 0 0,1 0 0,-3 1 0,-7 0 0,3 0 0,-6 1 0,5-1 0,-4 2 0,5-1 0,2 1 0,-1 1 0,-3 1 0,0 2 0,-3 1 0,0 2 0,3 0-1117,-2 0 0,3 1 1,1 1-1,0-1 1,-2 0 1116,-3 0 0,0 1 0,-1-1 0,0 0 0,0 1 0,2 1 0,0-1 0,1 1 0,-3 0 0,-3-1-577,12-1 1,-5-1 0,-2 2 576,12 2 0,-1 0-211,-17-3 1,2 0-1,1 1 211,7 3 0,2 1 0,1 0 0,1-2 0,1 0 0,-2 0 304,-9 0 0,-2 0 0,-5 0-304,5 2 0,-16-2 4122,-32-3-4122,2 0 5178,0 0-5178,0 0 338,-2 0 1,-1 0 0,-7 0 0</inkml:trace>
  <inkml:trace contextRef="#ctx0" brushRef="#br0" timeOffset="61598">40549 9912 24575,'30'18'0,"5"-1"0,4 1 0,0 0 0,3-1 0,2-2 0,7-1 0,1-1 0,11 1 0,3-2 0,6-1-1575,-10-4 0,4 0 0,4-1 1,3-1-1,2 1 1575,-8-1 0,3 1 0,3-1 0,0 0 0,1-1 0,0 1 0,-3-1-563,-5-1 0,-1 0 0,-1 0 1,1-1-1,-1 0 0,1 0 0,0 0 563,4 0 0,0 0 0,2-1 0,-1 0 0,-1 0 0,-2 0 0,-3-1 49,6 1 0,-4-1 0,-1 0 0,0-1 0,3 1-49,-5 0 0,1 0 0,1 0 0,0 0 0,2 0 0,0 0 0,-3 0 0,2 0 0,1 0 0,0 0 0,-1 0 0,-1 0 0,-1 0-471,13 0 1,-1 0 0,-2 0 0,-1 0 0,-2 0 470,-7 0 0,0 0 0,-2 0 0,-2 0 0,-4 0 0,14 0 0,-5 0 0,-12 0 1256,6 0-1256,-15 0 0,-1 0 3872,-5 5-3872,27-4 0,-18 2 0,2-1 1202,-8-2 1,-2 0-1203,21 0 0,-49 0 0,-9 0 0</inkml:trace>
  <inkml:trace contextRef="#ctx0" brushRef="#br0" timeOffset="62699">40987 14064 24575,'38'3'0,"-1"0"0,8-2 0,4 0 0,20 2 0,6 0-2419,-19-2 1,2-2-1,1 1 2419,10 0 0,2 0 0,2 0 0,-12 0 0,2 0 0,1 0 0,4 0 0,-1 0 0,3 1 0,3-1 0,1 0 0,1-1 0,-3 0 0,2 0 0,1 0 0,1 0 0,1-1 0,-1 0-611,-7 0 0,1 0 0,1-1 0,-1 0 0,0 1 1,-3-1-1,-2 1 611,8-1 0,-3 1 0,-3 0 0,0 0 0,-2-1 0,14-1 0,0 0 0,-6 0 0,-16 1 1928,10-1-1928,-24 4 0,-3-1 0,-3-6 0,-19 6 2658,15-2-2658,16 3 0,12 0 2187,-12 0 1,3 0-2188,4 0 0,2 0 0,11 0 0,6 0-319,-10 0 1,3 0 0,-1 0 318,-7 0 0,-2 0 0,0 0 0,1-1 0,0-2 0,-3 1-774,15-2 0,-4-1 774,-14-2 0,-1 0 0,19 2 0,-1 1 0,-25-2 0,2 0-98,17 3 1,8 2 0,-11-1 97,3-5 982,5 3 1,-15 0-983,-49 3 0,-8-1 0,-7 2 0</inkml:trace>
  <inkml:trace contextRef="#ctx0" brushRef="#br0" timeOffset="64282">42697 7786 24575,'-3'34'0,"3"10"0,0 9 0,-3-4 0,-1 3 0,1 2-835,2 2 0,1 1 0,-1 4 835,0-6 0,-1 4 0,0 1 0,1 1-1291,0 5 0,1 3 0,0 0 0,1-1 1291,-1-2 0,0-2 0,0 2 0,0 1-483,0-5 1,0 3-1,0-1 1,0 1-1,0-4 483,0 7 0,0-3 0,0 0 0,0 0 0,0-1 0,0 0 0,0 1 0,0 0 0,0 4 0,0 1 0,0-1 0,0-4 0,0 1 0,0-3 0,0 1 0,0-7 0,0 2 0,0 2 0,0 0-466,-1 5 0,1 1 0,0 1 0,1 3 466,0-4 0,0 1 0,1 3 0,-1 0 0,1 1 0,0-8 0,-1 2 0,1 1 0,-1-1 0,1-1 0,0-1-367,-1 4 1,1-2-1,0-1 1,0-1-1,0-1 367,2 7 0,0-1 0,0-3 0,-1-1 0,-1 7 0,-3-2 0,2 3 0,2-15 0,0 3 0,0 2 0,1-1 0,-1-2 225,-1 4 1,1-2 0,-1 0 0,0 5-226,0-7 0,-1 5 0,1 2 0,-1 0 0,1-2 0,0-6 0,0 3 0,0-4 0,0-2 0,-1 2 208,0 10 0,-1 3 0,-1-2 0,1-4-208,0-4 0,0-4 0,0-1 0,2 2 0,1 0 0,-1 1 0,-1 8 0,-1 0 0,1-1 413,3-11 0,2-2 1,-2 1-414,-3 9 0,-1 2 0,1-3 1697,2 13 0,0-2-1697,-2-4 0,-2-1 0,1-7 0,0 0 0,0 0 0,0 1 0,3 10 0,1 1 0,-1-6 0,1-2 907,0-1 1,0-5-908,3 5 0,-7-15 3702,0-28-3702,0 10 1160,3-3-1160,-2 3 125,2 6-125,-3-15 608,0-6-608,3 21 0,1-16 0,6 52 0,1-8 0,-1-1 0,-2-12 0,0-33 0,-4-5 0,6 11 0,4 9 0,-1 27 0,2-23 0,-9 21 0,1-31 0,-2 13 0,0 17 0,0 4 0,1 1 0,-2-5 0,-2-7 0,-2-28 0,0-20 0,0 0 0</inkml:trace>
  <inkml:trace contextRef="#ctx0" brushRef="#br0" timeOffset="73465">37287 15657 24575,'35'0'0,"7"-2"0,11-1 0,10 2 0,10 1 0,3 0-2458,-5-1 0,4-1 1,1 0-1,-2 2 2188,0 1 0,-1 1 0,-1 1 0,-2-2 270,6 0 0,-2-1 0,-4 1 823,-9 4 0,-4 0 1,-4 0-824,-4-2 0,-3 1 855,8 1 0,-4 1-855,8-1 0,-30 4 0,23-2 0,11 1 0,-17-2 0,4-1 0,15-1 0,3 0 2052,3 4 1,2-1-2053,3-3 0,-3 0 0,-23 2 0,-3-2 0,-2-3 0,-3-1 325,21 12-325,-20-10 0,1-1 0,-4 6 0,-1-1 0,35-5 0,-35 4 0,3-5 0,-23 0 0,19 3 2301,35 3-2301,0-2 0,-29-1 0,-3 0 0,1-3 0,-2 0 0,-16 0 0,30 0 0,17 0 0,-1 3 0,3 1-1754,-22-4 0,0 1 1754,5 1 0,5 1 0,-3-1 0,2-2 0,-2 0-314,15 2 1,3 1 313,-23-3 0,1 0 0,-4 1 0,1 2 0,-4-1 0,-2-2 0,-6 0 0,-9 0 0,16 0 0,-2 2 0,5 1 0,2-2 0,4 0 0,2 1 0,4 0 0,-5-1 524,-7 0 0,-1-2-524,20 1 0,-1 0 0,-19 0 0,1 0-91,21 2 0,6 1 91,-17-1 0,2 1 0,-2 0 0,16 3 0,-4 0 0,-5-2 0,-10 0 0,-9 2 0,2-6 0,-19 0 0,9 0 0,3-3 0,3 0 2307,25 1-2307,-7-4 0,-1 1 0,3 3 0,4-8 0,-39 9 962,8-10-962,6 6 0,5-8 0,9-3 0,-10 7 0,21-14 0,-32 16 0,3 1 0,26-7 0,4-2 0,-4 3 0,2-1-435,-15 2 0,1 0 0,-5 0 435,-9 2 0,-3-1 0,9-2 0,-5 1 0,-8 2 0,13-4 0,-20 7 0,-8-3 0,-9 3 0,-4-1 1305,4-5-1305,1-3 0,2-3 0,5-1 0,-8 2 0,3-5 0,-2-8 0,11-21 0,-5 4 0,-1 8 0,-2 8 0,-1-15 0,2 5 0,2-24 0,-10 18 0,2 15 0,-6 0 0,1 4 0,2-16 0,1-7 0,0 10 0,0-1 0,2-13 0,-1 14 0,-1 2 0,-4-16 0,5 1 0,-6 11 0,2 2 0,1-5 0,-2-2 0,0-4 0,-1-17 0,0-1-893,0 20 1,-2 2 892,-6-2 0,-2 5 0,2-3 0,-6 7 0,-1 0 0,-1-17 0,-9-1 0,11 15 0,-4 13 0,-6-13 0,2 0 0,-14-8 0,11 10 0,1 0 0,-11-9 892,10 15 1,2 2-893,4 9 0,-1-2 0,7 14 0,0-5 0,0 6 0,4 5 0,0 2 0,-10 5 0,-7 0 0,-41-7 0,-1 6 0,11-7 0,-6-2 0,-8 2 0,-2-1-954,19 1 1,0-3-1,0 2 954,-21-3 0,3 1 0,5 3 0,5 1-365,23 3 1,2 2 364,-9-2 0,2 1 0,-21 2-95,21-2 1,-3 0 94,-16 0 0,-6 0 0,6 0 0,-4 0 0,0 0-1478,-1 0 1,-1 1-1,0-1 1478,-6-2 0,-1 0 0,7 1 0,4 2 0,2 2 238,-3-2 0,-5 0 0,0-2-238,6 0 0,1-1 0,-3 0 0,7 1 0,-3 0 0,1 0 0,3 0 0,-4-2 0,4 1 0,4-2 0,-7-2 0,9 0 0,-1 2 280,17-1 1,0-1-281,-21-6 153,4 1-153,15 1 4949,14 1-4949,-35-22 1835,-2-6-1835,23 14 0,1 0 0,-16-11 0,5-9 0,36 29 0,-23-26 0,10-13 0,4 20 0,0-3 0,5-14 0,1 0 0,-14-11 0,25-4 0,2 48 0,3-18 0,9-6 0,0 6 0,9-6 0,0 19 0,1-6 0,8 5 0,0-11 0,8-1 0,20-13 0,-23 22 0,-1-1 0,25-15 0,-2-3 0,-18 21 0,9-11 0,5-8 0,-12 12 0,-9 2 0,-15 17 0,-2 2 0,0 7 0,11-9 0,14 1 0,-9 2 0,7 0 0,2 7 0,9 3 0,-1 0 0,1-1 0,10 3 0,8 0 0,-23 0 0,-16 0 0,8 0 0,-19 0 0,-8 0 0,6 0 0,20 0 0,0-4 0,23 4 0,6 0 0,-13-2 0,1 0 0,3 0 0,5-1 0,-5 1-878,-1 1 1,-2 0 877,0-2 0,0-1 0,2 0 0,-3 1 0,15 1 0,0-4 0,-1-2 0,-14 1 0,25-11 0,-32-7 0,-17 5 0,22-20 0,0-9 0,-12 20 0,4-2 0,6-4 0,-1 2 0,14-7 345,-13 14 0,-5 1-345,-19 8 0,12-6 0,-1 1 0,-14 7 0,34-25 0,-22 9 0,-1 4 0,1-1 0,17-21 0,-10 10 0,2 1 0,-9 9 1065,15-12-1065,-8 2 0,-4 8 0,-14 7 0,-5 10 0,14-25 0,3 7 0,11-21 0,0 11 0,-13 8 0,-6 9 0,-9 8 0,-4-1 0,1-3 0,0-6 0,-3 5 0,-3-11 0,1 20 0,-4-29 0,1 3 0,-2-15 0,0 1 0,-3 15 0,-1 14 0,-7 2 0,1 1 0,-10-1 0,2-6 0,2 17 0,0-7 0,7 13 0,-9-9 0,-10-1 0,-27-19 0,20 18 0,-2 0 0,-6-4 0,0 1 0,-19-3 0,13 6 0,-6-4 0,-13 3 0,-2-3 0,0 10 0,46 7 0,-6 0 0,-4 2 0,-9-5 0,-5 5 0,4-8 0,22 8 0,-14-10 0,20 10 0,-43-16 0,2 6 0,11 2 0,-4-2 0,-1-1 0,2 1-1781,-20 1 1781,23-2 0,-2-2-68,1 7 0,-2-1 68,-10-8 0,-2-1 0,-9 4 0,5 0 0,27 3 0,3 1 0,-11 0 0,6 2 0,15 6 0,-12-6 0,-2 1 0,9 5 0,-18-7 0,-8-1 0,3 4 0,-4 1-503,1-4 0,-6-1 1,3 1 502,7 2 0,1 1 0,2 0 0,-15-2 0,5 0-695,13 0 1,5 1 694,-7 0 0,10-1 0,-2 0 0,3 1 0,-2 0 0,-11-1 0,-4 0 0,-14 0 0,1-1-1160,16 1 0,-1 1 1160,-22 2 0,3-1 0,-1-6 404,24 8 0,-9 0 0,0 1-404,-4-3 0,-2 0 0,-1 0 0,-7 0 0,-2 0 0,-1 0 0,-1 0 0,0 0 0,2-1-612,11 2 1,1-1-1,4 0 612,-12-3 0,1 0 0,17 2 0,-1 1 0,5 0-94,2-2 0,0 0 94,-8 0 0,-7-1 0,4 1 0,-7 0 0,-1 0 141,0 0 0,-4-1 0,5 1-141,-4 0 0,5 1 0,9 2 0,6 0 1203,-14-2-1203,8 3 0,-3 0 0,5 0 0,-3-1 0,-19-2 0,3 0 1305,29 3 0,3 0-1305,-1 0 0,1 1 0,-16-4 66,9 2 0,-4 0-66,-12-2 0,-2-2 0,6 1 0,1 1 0,-7 2 0,5 0 0,-9-6 0,4 9 0,11-10 2290,-16 10-2290,30-4 0,-1-1 0,-33 1 0,23-2 1141,21 4-1141,19 3 146,-18-7-146,-1 5 0,-6-7 0,11 8 0,15-2 0</inkml:trace>
  <inkml:trace contextRef="#ctx0" brushRef="#br0" timeOffset="74498">36652 8592 24575,'-6'-3'0,"-6"2"0,-8-4 0,-3 4 0,-23-1 0,-27 7 0,1 0 0,1 1 0,31-2 0,27-2 0,2-1 0,2 2 0,2-3 0,-4 2 0,-4 4 0,-4 6 0,0 1 0,4-1 0,6 0 0,3-3 0,11 8 0,8 6 0,21 8 0,-6-6 0,3 1 0,7-1 0,4 0 0,11 9 0,0-1 0,-14-8 0,-2-3 0,0-4 0,-4-1 0,-11 3 0,-8-15 0,-8 3 0,-3-7 0,-3 1 0</inkml:trace>
  <inkml:trace contextRef="#ctx0" brushRef="#br0" timeOffset="76032">37527 15646 8191,'43'11'0,"-11"-5"5063,-8-1-5063,-13-3 2818,3 2-2818,-4 0 0,2-1 0,-7-3 0</inkml:trace>
  <inkml:trace contextRef="#ctx0" brushRef="#br0" timeOffset="76982">37083 15414 24575,'26'4'0,"31"18"0,-24-3 0,2 1 0,10 3 0,1 0 0,-8-1 0,-1-2 0,23 5 0,-39-18 0,7 1 0,0 2 0,-9-4 0,37 9 0,-40-10 0,13 6 0,-35 0 0,-18 11 0,2 1 0,-6 4 0,12-17 0,5 3 0,5-11 0,0 6 0,-1-2 0,-4 3 0,3 3 0,-6 0 0,7-3 0,-1-3 0,4 0 0,-7 2 0,1 8 0,-17 12 0,12-8 0,-6 1 0,15-12 0,3-6 0,0 0 0</inkml:trace>
  <inkml:trace contextRef="#ctx0" brushRef="#br0" timeOffset="78531">37447 5782 24575,'6'54'0,"-6"8"0,1 8 0,5-2 0,1 3-598,-6-11 0,-2 2 0,2-1 598,3-3 0,1 0 0,-1-4 0,-1 9 0,1-3 11,2 2 0,0-5-11,0-1 428,-2-26-428,-4-23 0,0-1 0,0-4 0</inkml:trace>
  <inkml:trace contextRef="#ctx0" brushRef="#br0" timeOffset="79448">37544 5688 24575,'47'-2'0,"1"0"0,10 3 0,-1 1 0,16 0 0,-14 7 0,-3 4 0,4 6 0,10 6 0,-35-6 0,-4 0 0,-6-2 0,13 44 0,-29-37 0,4 29 0,-2 8 0,-9-25 0,-1 3 0,4 16 0,2 8 0,-1-3-860,-1 4 0,-1-2 860,2 1 0,1-1 0,1-6 0,-2-4 0,1 8 0,-8 7 0,-4-29 0,-8-18 0,-13 3 1720,-32 12-1720,3-2 0,7-11 0,1-4 0,8-4 0,-8-2 0,36-12 0,2 0 0,-25-15 0,0 1 0,-1-3 0,-2-2 0,-12-6 0,-3 1 0,20 7 0,-8 0 0,11 2 0,-9 0 0,25 9 0,5 3 0</inkml:trace>
  <inkml:trace contextRef="#ctx0" brushRef="#br0" timeOffset="82016">40118 8208 24575,'0'9'0,"-5"36"0,-1-4 0,-1 4 0,-2-4 0,-1 2-3152,0 11 1,0 1 3151,-1-1 0,2 0 0,1-5 0,2 4 273,1 6 0,1 6 0,0-2-273,1-10 0,0-3 0,1 2 273,0 7 1,0 1 0,1-3-274,1 3 0,0-3 0,0-1 0,0-3 0,0-14 0,0 1 0,0 31 0,0 5 0,3-4 0,1 0-767,0-2 0,0 0 767,3 2 0,1-8 0,-1-14 1442,-1-6 0,0-2-1442,1-6 877,3 14-877,0-22 449,-6-15-449,6 11 1987,-6-16-1987,7 11 0,-8-15 0,0 2 0</inkml:trace>
  <inkml:trace contextRef="#ctx0" brushRef="#br0" timeOffset="84483">40456 8183 8191,'45'-10'0,"-8"3"0,2 1 4879,29-6-4879,-20 7 0,7 0 0,-1 0 0,13-3 0,1 1-64,-8 1 0,3 1 0,-6 0 64,-3-2 0,0-1 0,10 1 0,7-1 0,1 0 345,-4 0 1,0 0 0,4 0-346,-8 2 0,4-1 0,0 1 0,-4 0 0,6 0 0,-4 0 0,-6 1 0,-3 1 0,-10 1 4864,-2 3-4864,-33 0 150,7 0-150,-13 0 3695,8 0-3695,-3 0 1951,16 0-1951,7-5 0,-1 4 0,-4-4 0,-15 5 0,-5 0 0,16 0 0,-12 3 0,27-2 0,-13 1 0,9 0 0,3-1 0,1 2 0,15 1 0,-43 1 0,-6-2 0,12 39 0,-9-14 0,7 19 0,-9-20 0,-7-8 0,4 4 0,1 9 0,-4 12 0,4 12 0,-5 10 0,0-10 0,2-16 0,2 0 0,1 11 0,2 10 0,2-9 0,-8-5 0,4 0 0,-5 4 0,0-26 0,4 16 0,-2-7 0,2 37 0,-4-20 0,0 21 0,0-28 0,0-1 0,0 0 0,0 9 0,-5 2 0,3 18 0,-6-5 0,-2 4-643,6-21 0,0 0 643,-6 16 0,1-3 0,3-1 0,-6 8 0,6-20 0,-2 6 0,1-28 0,3-18 0,1 2 0,-5-9 0,1 0 1286,-2-3-1286,-11 0 0,-16 0 0,-7 0 0,0 0 0,-2 0 0,-7 0 0,-3 0-530,-10-1 1,5 2 529,6 3 0,-3-3 0,0-1 0,7 5 0,2-4 0,-2-2 0,11 1 0,0 0 0,-9 3 0,-1 0 0,-4-3 0,3 1-1240,-19 5 1240,22-3 0,-2 0 0,1-2 0,0 0 0,-6 4 0,-1 0 0,-5-2 0,5 0 0,-7 2 991,3 1-991,46-6 0,-20 0 0,12 0 1308,-9 3-1308,-17-2 0,21 2 0,-15-3 0,-2 0 0,14 4 0,-16-4 0,-5 0 0,12 4 0,1 1 0,-3-3 0,0 0 0,-6 1 0,4 0 0,3 3 0,9-5 0,23 1 0,-5-2 0,3 0 0,-17 5 0,6-4 0,-12 7 0,0-2 0,-13 3 0,13 0 0,1-3 0,26-4 0</inkml:trace>
  <inkml:trace contextRef="#ctx0" brushRef="#br0" timeOffset="92749">41514 15096 24575,'48'6'0,"0"1"0,13-4 0,-2 15 0,-24 0 0,-7 0 0,5 10 0,2 2 0,2 0 0,15 18 0,-21-20 0,-19-16 0,6 18 0,-14-15 0,-20 30 0,-18-1 0,-7 5-635,-4-10 1,-1-2 634,3 3 0,-5-1 0,-3 0 0,19-15 0,3-2 0,-23 17 0,9-14 0,43-23 0,43-2 0,-1 0 0,5 0-1802,19 4 1,4 0 1801,-16-4 0,1 0 0,0 1 0,-3 4 0,-1 0 0,0 0 389,22-4 0,-2 0-389,-2 5 0,-5 1 0,7-6 0,-22 3 0,-49-5 0,-8-2 0</inkml:trace>
  <inkml:trace contextRef="#ctx0" brushRef="#br0" timeOffset="93848">43718 14998 24575,'-6'0'0,"-3"0"0,0 8 0,-3 0 0,-5 20 0,3-7 0,-14 30 0,7-15 0,2 17 0,1 2 0,3-7 0,5 3 0,2-4 0,8-27 0,0 8 0,0-16 0,3 0 0,-3-3 0,8 8 0,2-3 0,2 4 0,13-3 0,-5-8 0,17-1 0,-3-6 0,37 0 0,-16 0 0,4 0 0,3 0 0,0 0 0,-4 0 0,-4 0 0,9 0 0,-50 0 0,-11 0 0,-4 0 0</inkml:trace>
  <inkml:trace contextRef="#ctx0" brushRef="#br0" timeOffset="94365">44004 14990 24575,'-8'3'0,"-19"53"0,-5 8 0,18-28 0,1 1 0,-7 15 0,2 1 0,6-8 0,1 3 0,0 1 0,0 6 0,-1-2-938,-3 16 1,2-2 937,6-13 0,0-5 452,-2 12-452,9-42 0,-3-2 0,3-11 0</inkml:trace>
  <inkml:trace contextRef="#ctx0" brushRef="#br0" timeOffset="95433">43713 12672 24575,'-12'22'0,"-5"6"0,-9 16 0,6-9 0,6-3 0,7-9 0,4-5 0,0-2 0,6-5 0,5-2 0,25 17 0,19 3 0,-5 5 0,-5-10 0,2-3 0,6-2 0,-15-4 0,0 0 0,18-4 0,-7-6 0,-13-1 0,12-4 0,-10 0 0,-5 0 0,9 4 0,-15-3 0,6 2 0,8-3 0,-18 0 0,6 0 0,-20 0 0,0 0 0,-3 0 0</inkml:trace>
  <inkml:trace contextRef="#ctx0" brushRef="#br0" timeOffset="95898">44037 12518 24575,'-15'10'0,"-2"12"0,-13 39 0,16-24 0,0 3 0,-9 14 0,0 5 0,4 7 0,0 1-2111,-1 4 0,1-2 2111,1-9 0,3-2 0,7-15 0,1-4 1301,-9 10-1301,12-24 688,-2 7-688,3-13 0,0-8 0,2-6 0,-2-5 0</inkml:trace>
  <inkml:trace contextRef="#ctx0" brushRef="#br0" timeOffset="96815">41682 12355 24575,'-9'54'0,"1"-12"0,3-2 0,-1 1 0,2 12 0,2-12 0,4 1 0,7 11 0,0 0 0,15-16 0,-9-22 0,23 21 0,12-12 0,1-5 0,6-1 0,2-3 0,4-2 0,7-1 0,4-3-262,-14-6 0,2 0 1,-5-1 261,4 2 0,-3-1 0,3-3 0,-7 0 0,-14 0 0,-35 0 0</inkml:trace>
  <inkml:trace contextRef="#ctx0" brushRef="#br0" timeOffset="97298">42466 12257 24575,'-26'41'0,"-1"-1"0,-5 12 0,1 3 0,0 9 0,2 3-3570,-4 0 0,3-1 3570,9-13 0,2-2 0,1-5 0,1 0-264,-2 19 0,3-1 264,7-21 0,1-1 666,-6 20 1,3-6-667,10-16 0,-10 8 0,10-27 3380,-4 20-3380,3-21 645,1 3 1,-2-17 0,3-3 0</inkml:trace>
  <inkml:trace contextRef="#ctx0" brushRef="#br0" timeOffset="98048">41853 10624 24575,'-11'30'0,"-5"33"0,0 9-527,10-31 1,0 0 526,0 20 0,6-16 0,0-7 345,10 21-345,16-11 0,-6-13 0,0-2 0,16 8 175,-8-16-175,-11-19 0,-6 0 0,34-3 0,25-6 0,-29-1 0,2 0 266,5-2 1,-3-1-267,10-4 0,-25 2 0,-19 6 0,-11 0 0</inkml:trace>
  <inkml:trace contextRef="#ctx0" brushRef="#br0" timeOffset="98481">42266 10832 24575,'-7'10'0,"-13"52"0,8-27 0,0 2 0,0 3 0,0 0-1669,-4 9 0,1-2 1669,3 9 0,2-11 0,-1 2 0,1-5 0,0 1 523,-3 17 1,-1-1-524,4-21 0,0-2 274,-2 11 0,2-4-274,6-7 0,1-10 0,3-13 0,0-9 0,0-2 0</inkml:trace>
  <inkml:trace contextRef="#ctx0" brushRef="#br0" timeOffset="99365">44113 10741 24575,'-6'3'0,"-12"12"0,-16 8 0,6-1 0,-2 4 0,-9 4 0,-4 3 0,-13 12 0,1-1-1363,19-15 1,1 0 1362,-10 11 0,7-7 645,21-18-645,-4 24 0,15-24 0,2 8 0,1-9 0,8-1 2080,-1-4-2080,10 5 0,2-4 0,23 10 0,8 2 0,21 6 0,-19-12 0,7-1 0,-3-2 0,4 0 0,-1-4 0,-7-5 0,3-1 0,-1-1 0,14 1 0,-2-1-281,-8-1 1,-3-2 280,21-2 0,-27-1 0,-29-3 0,-1 4 0,-13 0 0</inkml:trace>
  <inkml:trace contextRef="#ctx0" brushRef="#br0" timeOffset="99898">44467 11107 24575,'-6'-4'0,"-7"20"0,-2 8 0,-4 9 0,-2 5 0,4-5 0,0 2-1720,-6 15 0,0 2 1720,5-3 0,2-4 0,-8 23 400,14-25 1,-1-1-401,-7 16 0,6 4 0,2-17 0,6-27 0,4-14 0,0-2 0</inkml:trace>
  <inkml:trace contextRef="#ctx0" brushRef="#br0" timeOffset="100765">43539 8760 24575,'9'4'0,"0"1"0,-3-2 0,0 6 0,-3 0 0,0 4 0,-3-1 0,3 10 0,3 17 0,7 13 0,0-5 0,0-5 0,12-7 0,-1 3 0,12 5 0,-12-12 0,3 0 0,8-1 0,2-3 0,-1 2 0,0-1 0,2-6 0,1-3 0,21-1 0,-28-10 0,7-1 0,-23-5 0,2-4 0,-3-7 0,-1-4 0,-1-5 0,-4 5 0,-1-1 0,-2 4 0,1 1 0,2 0 0,-6 3 0,0 2 0,-3 2 0</inkml:trace>
  <inkml:trace contextRef="#ctx0" brushRef="#br0" timeOffset="101298">44143 8989 24575,'-10'11'0,"-14"18"0,-7 9 0,-3 15 0,-1 4 0,-4-2 0,-2 2 0,13-13 0,0 1 0,3-2 0,2 0 0,2-1 0,-3 2 0,0 0 0,-8 23 0,11-21 0,7-14 0,10-16 0,-9 14 0,3-15 0,1 3 0,-3-2 0,5-2 0,-2-4 0,3 1 0,3-7 0,0 2 0</inkml:trace>
  <inkml:trace contextRef="#ctx0" brushRef="#br0" timeOffset="102698">41287 8875 15485,'28'-3'0,"3"0"3883,7 3-3883,-12 0 1569,-15 0-1569,-5 0 844,11 0-844,-3 2 2794,11 2-2794,-6 7 0,-1-3 0,4 22 0,-11-14 0,2 46 0,-17 3 0,-7 4-671,-4-7 671,-23-1 0,3-17 0,-3-1 0,-5-1 0,7-14 0,0-3 0,1 0 0,1-3 0,-17 1 0,10-14 0,3-4 0,-11 1 0,19-6 0,21 0 671,45 6-671,10 1 0,18-1 0,10 2 0,-3 2 0,1 1-728,1-1 1,-1 1 727,-13-1 0,-9 0 0,-14 2 0,-22-6 0,-3 0 0,-6-2 0,3 1 0</inkml:trace>
  <inkml:trace contextRef="#ctx0" brushRef="#br0" timeOffset="119614">40253 8180 24575,'-4'6'0,"-17"48"0,11-14 0,0 4 0,-3 2 0,-1 2 0,2 10 0,2 3 0,3-1 0,1-1-866,2-6 1,0-2 865,-1 1 0,0-2 0,5-11 0,0-1 209,-2 3 0,0 2-209,2 6 0,0 2 0,0 3 0,0-1 0,3-9 0,-1-4 0,-1 8 0,9 9 0,-4-3 0,-4-16 0,2 1 0,1-2 0,0 2-267,-4 9 1,-1-1 266,6-9 0,0 0 0,-5 8 0,0 0 0,10 28 0,-7-33 0,-1 0 0,3 5 0,1 2 0,2 2 0,-1-1 0,-4-4 0,0-3 0,10 20 0,-13-30 0,5-11 1846,-3-1-1846,3-7 0,0-5 0,26 10 0,13 2 0,16 4 0,9 2-815,-16-7 1,4 2 0,4 0 0,2 0 814,-4-2 0,4 0 0,0 1 0,1-1 0,-2-1 0,10 3 0,-2-1 0,0-1 0,2 0 0,-10-3 0,2-1 0,0 0 0,-1-1 0,-3 0-167,2-1 1,-2 0 0,-2-1 0,-3-1 166,2 0 0,-4-2 0,-2-1 0,12 0 0,-12-2 0,-26-3 0,-7-5 0,6-9 0,21-3 0,2-8 0,18-6 3130,-3 2-3130,-13 3 0,2-3 0,-4 3 0,-1 0 396,2-4 0,-4 0-396,10-11 0,-31 16 0,-12 10 0,-9-2 0,4-16 0,20-34 0,-13 24 0,2-2 0,11-10 0,2-2 0,-3 1 0,-1 1 0,-1 4 0,-2-1 0,-1-2 0,-2 3 0,2-11 0,-7 16 0,-3 4 0,-5 9 0,4-14 0,-1-7 0,-7 7 0,-2-1 0,3-18 0,0-3-278,-2 2 0,-2 3 278,1 22 0,0 1 0,0-10 0,0 1 0,0 9 0,0-2 0,0-12 0,0-3 0,0-7 0,0 1 0,1 13 0,-2 1 0,-2-4 0,1 4 0,0-5 556,-11-9-556,6 12 0,-15-9 0,-3-1 0,3 27 0,-4 1 0,0 1 0,-2-1 0,-4-4 0,-1-1 0,1 0 0,-1 0 0,0 4 0,1 2 0,-11-15 0,-11-3 0,18 9 0,8 13 0,-1-2 0,-1-3 0,0 2 0,-15-5 0,10 6 0,1 3 0,3 8 0,-27-11 0,-9-2 0,21 8 0,-4 2-286,-6 1 0,-7 0 0,0 0 286,6 1 0,1 0 0,0 3 0,2 3 0,0 3 0,3-1 0,-14-4 0,5 2 0,13 8 0,6 0 0,-6-5 0,16 8 0,15-2 0,2 6 858,-24 6-858,-11 5 0,3 1 0,-4 3 0,-1 3 0,0 3 0,-14 8 0,1 1 0,18-10 0,0 3 0,2 1 0,-2 4 0,2-2 0,-2 3 0,2-1 0,-3 4 0,-1 2 0,-1 4 0,4-1 0,2 3 0,17-16 0,0 0 0,-15 18 0,20-21 0,2 0 0,8-13 0,4 3 0,-1-6 0,-2 5 0,-5 12 0,9-16 0,-7 12 0</inkml:trace>
  <inkml:trace contextRef="#ctx0" brushRef="#br0" timeOffset="122998">40328 7845 24575,'-19'-4'0,"3"2"0,7 2 0,2 0 0,-5 0 0,-7-4 0,-10-1 0,-7-3 0,-4 0 0,-23-8 0,14 4 0,-11-3 0,-5-1 0,3 1-2262,-9-2 1,0 2 0,-5-2 2261,12 2 0,-5 0 0,-2-1 0,0 0 0,2 2 0,5 1 0,1 1 0,0 0 0,1 1 0,-1-1-623,-1 1 0,2 0 0,-1 1 0,-3-1 0,-2 0 623,4 1 0,-3 0 0,-3-1 0,0 1 0,-1 0 0,0 0 0,2 1 0,5 1 0,0 0 0,1 1 0,0 0 0,-1 0 0,0 0 0,-1 0-501,-6-1 0,-2-2 1,-1 1-1,0 0 1,1 0-1,1 1 0,3 1 501,-1 1 0,2 1 0,1 1 0,2 0 0,0-1 0,2 0-469,-4-1 0,1-1 1,2-1-1,0 1 0,0 1 469,0 1 0,1 1 0,0 1 0,-1-1 0,1 0 0,1-1 0,1 0 0,0 0 0,-2-1 0,-4 1 92,6 0 0,-3 0 0,-3 0 1,0 1-1,-1-1 0,1 0 1,3 0-93,-5 0 0,3 0 0,1 0 0,-2 1 0,-1-1 0,-5-1 0,10 1 0,-4-1 0,-2 0 0,-2 0 0,0 0 0,0 0 0,2 0 0,3 0 0,3 1-121,-7-1 1,3 1-1,3 1 1,1-1-1,-1 0 1,-2 0 120,-5-2 0,-3 0 0,0-1 0,1 1 0,2 0 0,5 1 134,-8 1 1,4 0 0,3 1-1,2-2-134,-6-2 0,2-1 0,-2 2 331,9 2 1,-1 0 0,-2 2 0,-3-2-332,6 0 0,-3 1 0,-1-1 0,-2-1 0,-1 1 0,0 1 0,-1-1 0,-2 0 0,-1 1 0,-1-1 0,0 1-112,5 0 0,0 0 0,-2 0 1,0 0-1,1 0 0,1 0 0,1 1 112,-2 0 0,0 0 0,2 0 0,0 0 0,2 0 0,1 1 62,-5-2 0,1 1 1,1 0-1,2 0 0,2 1-62,-4 1 0,3 0 0,0 1 0,-4 0 54,9-1 1,-3-1 0,-1 1-1,-2-1 1,1 1 0,0 0-55,1 0 0,0 1 0,-1 0 0,1 0 0,1 1 0,1-1-148,-5 0 1,2 0 0,1 0-1,0 0 1,0 0 147,-2 0 0,-1 0 0,1 0 0,3 0 0,5 0 0,-2 0 0,6 0 0,-2 0 0,-17 0 0,-3 0 0,0 0 0,3 0 0,0 0 0,-5 0 0,15 0 0,-3-1 0,-3 1 0,1 0 0,1 1 194,-7 0 0,3 1 0,-2 0 1,-6 0-195,17 0 0,-5-1 0,-3-1 0,-1 1 0,1 1 0,2 0 0,5 0-156,-4 2 1,3 1-1,3 1 1,-2 0-1,-2-2 156,2 0 0,-3-1 0,-2-1 0,1 1 0,2 1 0,3 0 0,-13 4 0,5 0 0,0 1 0,-2 0 0,9-3 0,-2-1 0,0 0 0,0 1 0,0 0 0,0 0 0,1 2 0,-1-1 0,-1 1 0,-2-1 0,3-1 0,-1 0 0,-2 0 0,0-1 0,-3 1 0,0 0 0,1 0 0,-2 0 0,-1 1 0,-1-1 0,-1 0 0,0 1 0,-1-1 0,5 0 0,-2 0 0,0-1 0,-1 1 0,0 0 0,0-1 0,1 1 0,2-1-70,4 0 0,0 0 0,1 0 0,0-1 0,1 1 0,0 0 0,1-1 0,0 1 70,-6 1 0,-1 1 0,1-1 0,1 0 0,2 1 0,3-2 0,5 0 101,-9 1 0,6-2 0,2 0 0,-3 2-101,0 0 0,-3 1 0,-1 0 0,1 0 0,2 0 0,-4 0 0,2-1 0,-1 1 0,-8 0 0,10 1 0,-6-1 0,-4 2 0,-1 0 0,-2 0 0,0 0 0,2 1 0,10-1 0,0 0 0,1 0 0,-1 0 0,-1 1 0,1-1 0,-1 1 0,-1-1 0,-3 1 0,-1 0 0,-1 1 0,-1-1 0,1 0 0,0 1 0,1-1 0,2 2 0,-6 1 0,-1 0 0,1 1 0,1 1 0,2-2 0,5 0 0,4-1 0,-11 1 0,6-2 0,5-1 0,1 2 0,-10 3 0,4 1 0,14-2 1352,6 4-1352,17 6 0,-2 12 3054,11-10-3054,-29 26 4898,33-24-4898,-29 24 0,28-26 0,0 3 0,-4 3 0,-12 6 0,-4 3 2093,-8 9 1,-5 6-2094,18-18 0,-3 4 0,-1 1 0,-2 0-522,-4 3 1,-3 2 0,1 0 0,0 0 521,5 0 0,0 0 0,0-1 0,0 1 0,-1-2 0,-1 0 0,0 0 0,-1 1 0,-4 3 0,0 1 0,0-1 0,3-3 0,3-4 0,2-2 0,-2 2 0,-2 3 0,-2 3 0,0 0 0,3-3-118,-1-1 1,3-2 0,1-2 117,-10 13 0,1-3 0,6-9 0,5-5 0,5-7 0,17-15 0,6-8 1313,1 7-1313,-2-4 2204,5 2-2204,-8 23 427,5-4-427,-11 40 0,9-31 0,1 10 0,2-18 0,5-7 0,-5 11 0,-1 4 0,1 12 0,-3-3 0,-1 2 0,0 15 0,1-18 0,7-14 0,5-30 0,0 1 0</inkml:trace>
  <inkml:trace contextRef="#ctx0" brushRef="#br0" timeOffset="124181">17338 9763 24575,'0'6'0,"0"5"0,0 41 0,6-4 0,-3-8 0,1 2 0,8 21 0,-5 0 0,-1-18 0,-3 6 0,-2-28 0,8 8 0,0-11 0,-1-3 0,9 8 0,-5-4 0,5 1 0,-3-8 0,5-2 0,6-1 0,-5 1 0,19 8 0,-16-5 0,8 2 0,-11-6 0,-6-6 0,6-5 0,-1-3 0,24-20 0,15-7 0,-16 5 0,6-4 0,-1 2-1120,8 0 0,3-1 1120,-2-4 0,7-6 0,1 0 0,-10 6-1437,-1 4 0,-1 0 1437,-3-2 0,6-4 0,0-1 0,-9 5 0,-4 1 0,-4 3 0,6-4 0,-3 3 0,-4-2 0,-31 21 0,0 5 0,-3-1 0,0 2 0</inkml:trace>
  <inkml:trace contextRef="#ctx0" brushRef="#br0" timeOffset="134781">41597 7492 24575,'12'49'0,"1"24"0,-7-15 0,0-5 0,0-2 0,0-9 0,3 19 0,-3-32 0,-1-20 0,-4-6 0,1-3 0</inkml:trace>
  <inkml:trace contextRef="#ctx0" brushRef="#br0" timeOffset="135515">41547 7681 24575,'15'36'0,"-4"13"0,-1 3 0,2 18-833,-6-21 0,1 6 0,0-10 833,4-2 398,-3 2 1,1-1-399,9-2 412,-3-3-412,-5-22 0,-4-9 0,-1-8 1290,-1 3-1290,5-3 0,5-21 0,-3 6 0,4-19 0,-6 2 0,2-39 0,-2 27 0,-2-28 0,-4 55 0,-6 4 0,2 7 0,-1 6 0,2-3 0</inkml:trace>
  <inkml:trace contextRef="#ctx0" brushRef="#br0" timeOffset="138481">42504 7951 8191,'23'0'0,"0"0"5063,10 3-5063,2-2 2818,19 7-2818,2-6 1719,-4 2-1719,-13-4 6784,-17 0-6784,-15 3 0,1-2 0,-5 4 0,6-2 0,3 9 0,20 20 0,-15-12 0,12 20 0,-26-16 0,0 1 0,-3 14 0,0-13 0,-6 24 0,-2 6 0,4-18 0,0 2 0,-3 7 0,-1 5 0,2 0 0,2 21 0,2-3 0,-3-16 0,1-2 0,3-1 0,1-1 0,-2-4 0,1-4 0,1 2 0,-4 28 0,3-39 0,-2-10 0,-3 27 0,4-12 0,-4 14 0,6-11 0,0 21 0,9 6 0,3 4-674,-8-25 0,2 0 674,2 4 0,2 4 0,0-10 0,5 2 0,-6 5 0,0-28 0,-6-5 0,0-14 0,1 6 1348,1-11-1348,-2 3 0,1 0 0,1 3 0,-1 8 0,0-1 0,4 18 0,-4-5 0,5 8 0,-5-11 0,-4-11 0,-6-6 0,-1-6 0,-2 0 0,3 0 0,-3 0 0,2 0 0,-1 0 0,2 0 0,-8-4 0,6 3 0,-19-2 0,5-1 0,-18 4 0,16-4 0,-8 4 0,17 0 0,-3 0 0,3 0 0,4 0 0,1 0 0,-7 0 0,-11-5 0,-6-1 0,-2-1 0,-4-1 0,2 1 0,-1 0 0,-3 1 0,2 1 0,-16-1 0,45 6 0,11 0 0,21-10 0,-14 4 0,17-38 0,-8 9 0,-2-6 0,0-21 0,-2-8-1028,-3 9 0,0-2 0,-2 0 1028,-4 8 0,-1 1 0,-1 1 0,-1-20 0,0 3 0,1 6 0,-2 3-489,-5 16 0,-1 0 489,3-10 0,-2-2 0,-9-9 0,-3 3 0,6 20 0,0 2 0,-2-9 0,0 5 0,-3 7 2910,8 21-2910,2 6 1152,1-1-1152,-3-12 0,5-9 0,-3-8 0,2-13 0,3-1 0,-9-13 0,10 27 0,1-2 0,-3 1 0,0 2 0,3-22 0,0 5 0,0 37 0,0-5 0,0 9 0,0 9 0,0-2 0,0 6 0,0 0 0</inkml:trace>
  <inkml:trace contextRef="#ctx0" brushRef="#br0" timeOffset="140964">43344 8930 24575,'-27'0'0,"-2"3"0,6-2 0,-14 3 0,1-4 0,-4 0 0,1-1 0,-1 2 0,-3 0 0,0 1 0,-30-1 0,46 2 0,-29-3 0,24 0 0,-9 0 0,19 0 0,-11 0 0,20 0 0,-26 0 0,18 0 0,-39 0 0,-7-6 0,20 5 0,-3 0 0,-4-3 0,2-1 0,-12 4 0,-7-7 0,58 4 0,-10-2 0,20 4 0</inkml:trace>
  <inkml:trace contextRef="#ctx0" brushRef="#br0" timeOffset="141703">42235 8815 24575,'-7'0'0,"1"3"0,-2 8 0,1-3 0,-2 14 0,6-14 0,0 9 0,3-8 0,0 27 0,0-2 0,0 11 0,-3-11 0,0-18 0,-1-2 0,2-8 0,5 10 0,1-5 0,16 26 0,20 13 0,12-7 0,8 0 0,-6-3 0,3-1 0,-9-11 0,4-2 0,-4-4 0,-4-3 0,-5-4 0,15 2 0,-38-17 0,-13 0 0,-3-3 0</inkml:trace>
  <inkml:trace contextRef="#ctx0" brushRef="#br0" timeOffset="143216">23739 10599 24575,'-3'25'0,"0"17"0,3 11 0,0 11 0,0-12 0,0 6 0,0 4 0,0 5-1639,1-5 1,0 3-1,0 4 1,1 3 0,0 2-1,-1 1 1473,0-13 1,0 3-1,0 2 1,0 2-1,0 0 1,0 0-1,0 0 1,1-1-1,-1-1-104,1 5 1,0-3 0,0 0-1,1 0 1,-1 1 0,1 0 0,-1 3-1,1 2 270,-1-8 0,0 3 0,0 1 0,0 2 0,0 1 0,1 0 0,-1 0 0,1 0 0,-1-2 0,1-2 0,0-2-110,1 9 0,0-3 0,0-2 0,1-2 1,-1 1-1,1 2 0,0 3 0,1 4 110,-2-14 0,1 3 0,0 3 0,0 1 0,0 2 0,0 1 0,0 1 0,1-1 0,-1 0 0,1-2 0,-1-1 0,1-3 0,-1-2-226,2 11 1,-1-2-1,1-3 1,0-1 0,0-1-1,0-1 1,0 2 0,0 0-1,0 3 226,0-8 0,0 2 0,0 2 0,0 1 0,0 0 0,0-1 0,0 0 0,1-3 0,-1-2 0,-1-3 0,1-4 53,1 12 1,-1-6-1,1-4 1,-1 0 0,1 2-1,2 5-53,-1-6 0,2 3 0,-1 3 0,2 1 0,0 2 0,0-1 0,0-1 0,1-2 0,-1-3 0,3 6 0,-1-3 0,1-2 0,0-1 0,1 1 0,-1 1 0,1 2 0,0 2 0,0 2 0,0 3 0,0 0 0,1-1 0,-1-3 0,-1-3 0,0-4 437,3 7 1,-1-3 0,-1-4 0,0-5-1,-2-7-437,9 35 0,-8-41 818,-14-52 0,1-1 0,-2-4 0</inkml:trace>
  <inkml:trace contextRef="#ctx0" brushRef="#br0" timeOffset="144314">25109 11085 24575,'43'-21'0,"0"1"0,11-2 0,11-3 0,5-1 0,0 0-1967,-8 3 1,1 0 0,2-1 0,1 1 0,1 0 1717,-7 3 1,1 0 0,1 0 0,0 1-1,2 0 1,-1 1-112,5-1 1,1 1 0,0 0 0,1 1 0,-2 1 0,-1 1 359,4 0 0,-3 1 0,-1 2 0,3-1 0,4 0-110,-15 2 0,2 0 0,2-1 0,1 1 1,2 0-1,1-1 0,2 1 0,2 0 110,-4 2 0,2-1 0,3 1 0,1 0 0,2-1 0,0 1 0,0 0 0,0 1 0,-2 0 0,-1 0 0,-3 0-226,2 0 1,-2 1-1,-1 1 1,-1 0 0,0-1-1,-1 2 1,1-1 0,0 0-1,2 0 226,-2 0 0,2-1 0,0 1 0,1-1 0,0 1 0,0 0 0,-1 0 0,-3 1 0,-1 1 0,-3 0 0,16 1 0,-3 0 0,-2 2 0,-2 0 0,-2 0 0,-1 0 0,1-1 0,-3 0 0,0 1 0,0-1 0,3 1 48,-2 1 0,1-1 0,2 1 1,1 0-1,3 1 0,2-1-48,-13 1 0,3-1 0,1 1 0,1 0 0,2 0 0,0 0 0,1 0 0,-1 0 0,1 0 0,2 1 0,0 0 0,1 0 0,0 0 0,1 1 0,0-1 0,0 0 0,1 0 0,0 0 0,-2-1 0,0 1 0,1-1 0,1 0 0,0 0 0,0 0 0,-1 0 0,0 0 0,-1 0 0,-2 1 0,2 1 0,-1-1 0,-1 1 0,0 1 0,-1-1 0,-1 0 0,-1 0 0,-1-1 0,-1 0 0,7-1 0,-2-1 0,-1 0 0,-2 0 0,0 0 0,-2 0 0,-1 1 0,1 1 0,-2 1 0,-1 0 0,0 0 0,-1 0 0,0-1 0,10-1 0,0-1 0,0 0 0,-3 0 0,-3 1 217,-2 2 1,-3 1 0,-1 1 0,4-2-218,8-1 0,6 0 0,1-1 0,-6 1 0,-13 0 0,-3 4 0,-4 0 867,20-6 1,7-1 0,-26 18-868,-44 30 0,-17 11 0,-3 1 0,-5 6 527,8-13 1,0 6 0,-1 2-1,-3 2-527,-2-4 0,-3 2 0,-1 0 0,0 1 0,2-1 0,-2 10 0,2-1 0,0 0 0,-1 4 0,0-4 0,-1 3 0,0 1 0,1 0 0,2-3-166,3-8 0,3-2 1,0-1-1,0 2 1,0 4 165,0-4 0,-1 4 0,0 2 0,0 1 0,1 0 0,0-1 0,2-2 0,1 3 0,1-2 0,1 0 0,1 0 0,-1 2 0,0 3 0,-2-5 0,0 3 0,0 2 0,-1 2 0,1-1 0,0-2 0,0-2 0,1-3-606,0 12 1,1-3-1,0-3 1,1-1-1,-1 2 606,0 2 0,0 1 0,1-1 0,-1-1 0,-1-5 0,0-2 0,-1-5 0,-1 1 0,1 3-45,1 2 0,0 4 0,-1 2 0,1-1 1,-1-2 44,0-8 0,0-2 0,0-1 0,0 3 0,1 3 0,0-3 0,0 4 0,0 3 0,1 0 0,-1 0 0,1-3 0,0-5 0,0 18 0,0-6 0,0-1 0,1 1 0,0-7 0,1 3 0,0-1 0,0-4 0,1-7 0,-1-4 0,0-6 0,0 3 357,-2 7 0,0 5 0,0-3 1,0-11-358,0 17 0,-2 7 0,0-15 0,4-52 0</inkml:trace>
  <inkml:trace contextRef="#ctx0" brushRef="#br0" timeOffset="144914">25059 18611 17004,'69'10'0,"0"-1"0,0 0 0,0 1 0,0-1 0,0 0 0,0 1 0,0-1 0,0 0 0,0 1 0,4-1 0,2 1 0,1 0 0,-1 0 0,-1 0 0,-2-1 0,-3-1 0,-4-1 0,-5-2-1152,16 1 0,-10-3 1,1-2-1,11-1 1152,-20 0 0,5-1 0,4-1 0,4 0 0,2-1 0,2 0 0,2-1 0,1 0 0,-1-1 0,0 0-134,-10 0 0,1 0 0,1-1 0,1 0 0,0-1 0,2 0 0,-1 0 0,2-1 0,0 1 0,0 0 0,1 0 0,0 0 0,1 1 134,-8 0 0,1 1 0,1 0 0,0 1 0,1-1 0,0 0 0,0 1 0,1-1 0,0 1 0,0-1 0,1 0 0,-1 0 0,1 0 0,-1 0 0,1-1 0,0 0-43,-2-1 0,1 0 0,2 0 0,0-1 0,1 0 1,0 0-1,0 0 0,0 0 0,-1-1 0,0 1 0,-1 0 1,-2 0-1,0 0 0,-3 1 0,-1 0 0,-2 1 1,-3 0 42,21-1 0,-5 1 0,-4 0 0,-1 2 0,-2-1 0,-1 0 0,1 0 0,1-1 0,4-1-133,-8 0 1,3-1 0,1 0 0,0 0-1,1-1 1,-1 0 0,0 0 0,-1 0-1,-1 0 1,-3 1 0,-2 0 132,6-1 0,-4 1 0,-3 0 0,0-1 0,-1 1 0,2 0 0,2 0 0,4-1 0,-4 0 0,4 0 0,2 0 0,2 0 0,0-1 0,2 1 0,-1-1 0,-2 0 0,0 1 0,-3-1 0,-4 1 0,7-1 0,-3-1 0,-1 1 0,-2 0 0,-1-1 0,-1 1 0,0 0 0,0 0 249,7-1 1,1 1 0,0-1 0,-2 1 0,-4 0-1,-6 0 1,-8 1-250,6-3 0,-9 1 0,-8 1 0,16-4 3034,-75 14-3034,3-4 0,6 3 0,-2-2 0</inkml:trace>
  <inkml:trace contextRef="#ctx0" brushRef="#br0" timeOffset="148953">24100 14090 24575,'-6'0'0,"0"3"0,-6-2 0,2 1 0,-15-2 0,0 3 0,-14-2 0,-18 8 0,18-8 0,-5-1-366,-6 2 1,-5 0 0,-1 0 365,0-1 0,0-2 0,-6 1-680,-3 0 0,-5 0 1,-2 0-1,1 0 680,4 0 0,1 0 0,0 0 0,1 0 0,4 0 0,1 0 0,-1 0 0,-1 0 0,-11 0 0,-4 0 0,3 0 0,9 0-2,-1 0 0,5 0 2,6 0 0,-2 0 0,12 0 0,7 0 0,21 3 942,5-3-942,0 3 2872,2-3-2872,4 0 0,4 0 0,4 0 0</inkml:trace>
  <inkml:trace contextRef="#ctx0" brushRef="#br0" timeOffset="150247">24108 14577 24575,'-26'0'0,"4"0"0,-26 0 0,6-3 0,-6-1-793,-19-1 0,-6 1 793,16 1 0,-2 0 0,-3 0-675,3 1 0,-4 0 0,0 0 0,-1 1 675,-1 0 0,-1 1 0,1 0 0,-2 1-402,1 0 1,-1 1 0,-1 0-1,-3 0 402,1 0 0,-3 0 0,-1 0 0,1 0 0,2 0 0,-4 0 0,3 0 0,0 0 0,-2 1 0,6 0 0,-4-1 0,1 1 0,1 0 0,6-1 0,-14 1 0,5-1 0,3 1 0,7 1 0,2 1 0,9 0 0,11-1 0,5 0 0,-25 6 0,34-9 0,13 2 0,8-3 0,3 0 0</inkml:trace>
  <inkml:trace contextRef="#ctx0" brushRef="#br0" timeOffset="151349">22266 13815 24575,'-29'0'0,"-14"4"0,-10 4 0,-4 2 0,-6 4 0,-2 1-707,11-4 1,-1 0 0,0 1-1,-1 2 707,-6 4 0,-2 3 0,2 0 0,5-2-525,1 0 0,4-2 0,4 2 525,-12 10 0,9 0 0,-3 0 1002,15-3-1002,21-11 0,9-3 0,3-4 0,6 1 1317,0 11-1317,-5 22 2082,7-2-2082,-1 13 0,11-23 0,12 4 0,7 1 0,6-6 0,4 1 0,-4 0 0,2 3 0,7-1-954,5-3 0,6 0 0,2-2 1,-7-2 953,14 8 0,1-2 0,-10-7 0,6 2 0,0-2 0,-7-4-526,3-2 1,-5-4 525,2 3 0,-5-1 0,11-2 0,-52-11 0,-7-3 0</inkml:trace>
  <inkml:trace contextRef="#ctx0" brushRef="#br0" timeOffset="153281">20681 12513 24575,'-35'53'0,"-1"-1"0,5-4 0,-2 3 0,0 0-1927,-1 0 1,-1-1 0,-3 9 1926,5-7 0,-2 7 0,-3 4 0,1 2 0,1-3 0,5-5-671,0 2 0,4-4 1,1 0-1,-4 8 671,4-11 0,-2 5 0,-2 3 0,-1 3 0,0 0 0,1 2 0,2-2 0,3-2 0,2 4 0,2 0 0,1 0 0,2 0 0,1-2 0,-1 0 0,1-3-567,-6 9 0,0-3 0,1-1 0,2 1 0,3 2 567,5-3 0,1 3 0,3 1 0,1-2 0,1-2 0,1-6 0,0 15 0,3-7 0,2 8-409,3-12 0,1 5 1,2 5-1,2 2 1,1 1-1,1-2 409,1-9 0,1 1 0,1 0 0,2 0 0,0 1 0,1 0 0,0 0-203,1 4 1,1 2-1,1 0 1,1 1-1,0-2 1,1-1-1,1-2 203,3 4 0,1 0 0,1-2 0,1-2 0,0-2 0,-1-3 0,1-1 0,1-3 0,-1-2 0,1-2 0,0-3-56,2 0 1,1-4-1,0-1 1,1 2 55,1 3 0,1 2 0,0-1 0,0-4 0,5 3 0,0-4 0,1 0 0,4 6 0,2 1 0,4-3 291,-7-15 0,4-1 0,-1-2 0,-3-2-291,15 12 0,-2-4 759,-8-9 1,3 0-1,-12-7-759,-10-8 4227,-15-13-4227,-7-4 4069,4-3-4069,11-3 0,16-7 0,9-6 0,2 1 0,6-2 0,3-3 82,-4-1 1,3-2-1,2-4 1,2-2-83,-8 4 0,3-3 0,2-2 0,1-1 0,-1-2 0,-2-1-948,0-3 1,-1-3 0,0-2-1,-1 0 1,-1 1 0,-2 2 947,2 1 0,-2 2 0,-1 0 0,0-1 0,-1-5 0,-3-2 0,1-5 0,0-2 0,-3-1 0,-2 1 0,-6 3-496,0-6 1,-7 3 0,-2-1 0,3-5 495,-2 4 0,1-4 0,1-2 0,0-1 0,-3-2 0,-3 0 0,-3-2 0,-3-3 0,-2 0 0,-1 0 0,-1 2 0,-1 4-604,5-9 1,-2 4-1,-1 2 1,-2-4 603,-5 6 0,-2-3 0,0-1 0,-2 3 0,-1 6 0,0-5 0,-2 5 0,0-6 0,0 4 0,0-6 0,0-4 0,0-1 0,-2 2 7,0-2 0,-2-1 0,0 0 1,0 0-1,0 0-7,1 0 0,0 1 0,-1-1 0,0 1 0,-1-1 0,-2-2 0,-1-2 0,-1 1 0,0 4 0,1 5 0,0-9 0,0 7 0,-2-2 0,-3 4 0,-1-2 0,-2 0 0,0 4 862,-3-3 0,0 4 1,-4-2-863,1 10 0,-4-3 0,0 2 0,0 2 0,-3-4 0,1 3 0,-2 2 45,-2 3 0,0 3 1,2 3-46,-3-5 0,2 5 1677,1 1 1,-1 2-1678,-5 0 0,-1 1 1236,5 2 0,0 3-1236,3 7 0,1 3 1515,-19-16-1515,21 21 3299,-33-7-3299,21 14 0,-3 1 0,-14-5 0,-3-1 0,-5-1 0,-3 0-2317,-6 3 1,-2 0 2316,24 5 0,-1-1 0,0 2 0,-5 3 0,0 1 0,-2 0 0,-4-3 0,-1 0 0,1 1-535,2 2 1,0 1 0,-5-1 534,-3 0 0,-6-1 0,-2 0 0,2 2 0,4 0 0,1 1 0,-1 0 0,0 1 0,-4 0 0,-1 1 0,1-1 0,6 2 0,5 0 0,4 0 0,1 1 0,5 1 0,1 0 0,1 3-541,-18 10 1,-4 3 540,17-4 0,-4 2 0,-2 0 0,3 0 0,-11 3 0,3 1 0,2 1-753,7 0 0,2 1 0,3 0 753,-4 1 0,3 3 0,-8 9 0,1 6 877,19-7 0,1 3 1,-1 2-878,-5 5 0,1 2 0,5-2 0,6 2 0,6-1 0,6-4 0,4 2 0,3 4 0,3 0 0,1-8 0,0 3 0,2 9 0,1 8 0,2-4 0,1 3 0,1 1 0,2-1 0,1 3 0,1-1 0,3-3 0,0 0 0,1-2 0,2 19 0,2-2 277,3-1 0,4-8-277,6-4 448,-1 4 0,3 2-448,-3-15 0,2 2 0,1 3 0,1 5 0,0-2 741,-2-8 0,0-2 1,0 2-742,7 8 0,0 2 0,-1-5 0,1 2 0,-1 0 0,-3-4 0,0 2 0,0-6 0,0-10 0,0-2 0,0 12 0,-1-2 0,14 1 0,-4 8 707,-13-16-707,0-7 308,-9-9 0,-10-18 0,0-3 0</inkml:trace>
  <inkml:trace contextRef="#ctx0" brushRef="#br0" timeOffset="158165">19955 15059 24575,'-23'0'0,"-51"-7"0,27 1 0,-5-2 0,0 0-3040,3 0 0,0 0 0,-2-2 3040,-16-2 0,-2-2 0,9 2 0,19 1 0,1 1 691,-8 1 0,-4-1 1,3 1-692,0 0 0,2 0 0,-16-1 0,2 2 0,-12-5 373,45 10 0,24 3 1,2 0-1</inkml:trace>
  <inkml:trace contextRef="#ctx0" brushRef="#br0" timeOffset="159014">19211 14498 24575,'-12'0'0,"-17"0"0,3 0 0,-6 0 0,13 0 0,10 0 0,8 0 0,28 0 0,39-5 0,-27 4 0,0 1 0,31-5 0,-23 2 0,-36 2 0,3-1 0,-8 2 0,-3 0 0,0 0 0</inkml:trace>
  <inkml:trace contextRef="#ctx0" brushRef="#br0" timeOffset="159831">18966 14331 24575,'-38'17'0,"-3"-1"0,-5 3 0,3 3 0,-1 1 0,-9 0 0,3-1 0,-8 6 0,24-11 0,10-10 0,12 1 0,14-2 0,21 12 0,21 15 0,-14-9 0,4 3 0,19 16 0,3 4-379,-13-11 1,2 1 0,0 1 378,3 3 0,0 0 0,-3-2 0,10 9 0,-6-6 0,-15-13 0,-6-5 0,-4 0 0,-8-16 0,2 7 0,3-9 0,-11-3 0,7 2 1135,-8-1-1135,3-1 0,-2 0 0,-2-3 0,-4 0 0,-2 0 0</inkml:trace>
  <inkml:trace contextRef="#ctx0" brushRef="#br0" timeOffset="172231">10772 18184 24575,'0'9'0,"-2"0"0,1 5 0,-8 33 0,-5 20-440,3-21 0,-1 7 440,2 5 0,-1 7 0,1-3 0,-2 3 0,1 2 0,4 4 0,2 6 0,1-1-460,0-8 1,2-1 0,1 1 459,4 1 0,2 0 0,0-1 0,-2-7 0,0-2 0,2-4 0,4 5 0,2-12 0,0-21 0,1-16 0,5-11 0,23 8 0,11 3 0,4-2 0,5 2-1330,6 5 1,6 4 0,2-2 1329,-18-6 0,1-1 0,2 0 0,4 1 0,-2 1 0,5 1 0,3 1 0,1 0 0,-1-1 0,-1 0-305,-6-3 0,-1 1 0,0-2 0,0 1 1,2-1-1,2 1 305,4 0 0,2 1 0,3 0 0,1-1 0,-1 1 0,-1-2 0,-2 0 0,2-2 0,-1 0 0,-1-1 0,-1 0 0,-2-1 0,-1 1 0,3 0 0,-2 0 0,-2 0 0,0-1 0,2-1 0,1-2 0,2 0 0,-1-2 0,0 0 0,-1 0-421,-5 1 1,-1 1-1,-1-1 1,0-1 0,2-1 420,4-1 0,1-2 0,1 0 0,0-1 0,1 0-683,2 0 0,3 0 1,-1-1-1,-2-1 1,-3 0 682,1-2 0,-3 0 0,-2-1 0,-1-1 0,-2 0 0,-1-2 0,-1 0 0,0 1 292,-3 1 0,-1 0 1,1-1-1,1 1-292,5-2 0,1 0 0,2 0 0,-1 1 0,2 1 0,0 0 0,1 0 0,-3 0 0,-6 0 0,0 0 0,-2 0 0,-2 1 88,10 0 1,-2 2 0,-2-1-89,-8-2 0,-1-1 0,4 1 0,1 1 0,4 2 0,1-1 0,-1-1 133,11-4 0,-2-1 0,6 0-133,-14 5 0,4 1 0,3-1 0,-1 1 0,-2 0 0,8-2 0,-1 0 0,-1 0 0,-2 1 0,-4 2 0,-1 1 0,-1 0 0,1-1 0,0 1 0,0-1 0,0-1 0,0 0 0,-1-3 0,-1 0 0,1-2 0,2 0 0,-3 0 0,1-2 0,1 0 0,2-1 0,1-1 0,-5 1 0,2-3 0,1 0 0,-1 0 0,0 0 0,-3 1 0,3-1 0,-1 1 0,-2 1 0,-1-1 0,-1-1-130,12-5 0,-1-2 1,-3 2-1,-8 3 130,4 3 0,-2 1 144,-13 1 0,5-3 1,1-1-1,-1 1-144,14-3 0,0 0 0,0-1 206,-13 4 1,1 0 0,-1-1 0,-1 0-207,18-9 0,-2-1 0,-12 3 0,-22 10 0,-6-1 4759,26-20-4759,-41 20 2909,-1-1-2909,-6-10 2224,-11-12-2224,-9-2 979,-16-19-979,3 25 0,-6-2 0,-5-7 0,-6-2-227,1 4 0,-4-4 0,-3 3 227,-5 0 0,-2 1 0,-2 1-469,8 8 0,-1 0 0,-1 1 0,-1 3 469,-3 2 0,-2 2 0,1 2 0,0 1 0,-6-2 0,0 2 0,-1 1 0,-8 0 0,-3 1 0,8 3 0,6 4 0,2 1 0,3 1 0,-2-1 0,2 2-110,-5 1 1,0 1 109,-9-1 0,-3 0 0,11 6 0,-2 0 0,4 2 0,0-1 0,1 1 0,-1 2 0,-3 2 0,5-1 0,4 0 0,1 0 0,3 0 0,-3-1 0,0 2 0,-21 2 0,-2 0-733,15 0 1,-2-1-1,4 1 733,-5 3 0,-1 1 0,-5-2 0,-6 0 0,1-1 0,12 1 0,1-1 0,-4 1 0,-6 0 0,-6 1 0,-1 0 0,1 0 0,9-2 0,0 0 0,0 1 0,-5 0 0,7 0 0,-4 2 0,-3-1 0,0 1 0,1 0 0,4-1 0,0 0 0,2 0 0,1-1 0,0 0 0,-2 1 0,5-1 0,-2 1 0,-1 0 0,0-1 0,1 1 0,1-1 0,-7 0 0,2 0 0,0-1 0,1 1 0,3 0-950,-5 0 0,2 1 1,1 0-1,-1 0 950,-1-1 0,-1-1 0,1 0 0,-1 1 0,-3 1 0,0 0 0,1 0 0,4-1-466,-1 1 0,3-1 0,1 0 466,-5 1 0,0-1 0,3 0-138,13 0 0,3 1 1,-4-1 137,-17 0 0,-4 1 0,2-1 0,15-2 0,2-1 0,-4 1 0,1 1 0,-5 0 0,0-1 0,1 1 76,3-2 1,1 0 0,1 0 0,-1 1-77,-1 0 0,1 2 0,-1-1 0,-1 0 0,-8-2 0,-2 0 0,1 0 0,3 1 0,-7 3 0,3 1 0,2-2 0,3-3 0,1-3 0,1 3 0,-1 3 0,1 2 0,-1-1 968,1 0 0,0-1 0,0-1-968,-3-1 0,0 0 0,-2 1 0,12 2 0,0 0 0,-2 2 0,-1-1 0,-6 1 0,-2-1 0,0 1 0,0 0 496,4 0 1,0 1 0,1-1 0,-1 1-497,0-1 0,0 1 0,1 0 0,4-1 0,1 0 0,4-2 0,3 1 0,-4-1 0,3-1 0,9-1 0,1 0 0,0 2 0,2 0 0,-18-4 412,20 3 1,-1 1-413,0 0 0,2 0 0,-20 5 0,-13 5 0,44-8 1708,-26 6-1708,18-6 1173,-10 6-1173,19-7 1680,4 4-1680,9-4 0,-8 10 0,1 1 0,-1 7 0,-9 11 0,17-15 0,-18 39 0,19-30 0,-5 42 0,11-44 0,4 22 0,0-21 0,4 5 0,-1-6 0,14 12 0,6-7 0,6 23 0,15 3 0,-23-27 0,6 4 0,2-1 0,9 5 0,2 0 0,3 3 0,-14-14 0,1-1 0,12 7 0,-2-3 0,-7-1 0,0-6 0,1-1 0,4 7 0,26 5 0,-5-4-473,9-9 473,-12 0 0,11-5 0,8-1 0,-9-3 0,4-1-319,-12-5 1,7 0 0,1-1 0,-4 0 318,5 0 0,-3-1 0,3 0-819,-6-2 0,5 0 1,-3 0-1,-7-1 819,4 0 0,-2 0 0,4 0 0,5-1 0,-8 0-61,-10 2 0,-2-1 61,1-2 0,4-1 0,1 0 0,5 2 0,1 1 0,-6-1 0,-7-2 0,0 0 0,15 0 0,9 0 0,-7 0-148,-9 0 1,-1 0 147,13 0 0,8-1 0,-3 2 0,-16 1 0,-2 0 0,3 0 0,17 1 0,3 0 0,-8 0 0,-13 0 0,-1 2 0,12-1 0,7 1 0,-6-1 0,-4-1 0,1 0 0,-9-1 0,7 0 0,1 0 0,-3 0 0,7 0 0,-3 0 0,0-1-123,0-1 0,-1 0 0,-5 0 123,1 0 0,-5 0 0,-6 0 0,1 0 0,14 0 0,5 0 690,-8 0 0,4 0 1,1 0-691,8 0 0,1 0 0,1 0 0,1 0 0,0 0 0,-4 0 0,-15-2 0,-2-1 0,0 1 0,8 1 0,1 1 0,-2-1 0,-11-1 0,-1-1 0,0 1 0,3 1 0,0 0 0,-2 0 0,17 1 0,-5-1 0,-18-4 0,-3 1 0,30 2 0,-3-3-31,-4-1 31,-3 2 0,5 0 0,-2-3 0,1-1-514,-12 2 1,2 1 0,-1 0 513,-3 2 0,-1 0 0,0 1 0,0-1 0,1 1 0,-3 0 0,6-1 0,0 0 0,-6 3 0,2 0 0,1-1-81,1-3 0,1-1 0,4 1 81,0 2 0,4 0 0,2 0 0,0 0 0,1-2 0,2 0 0,-1 0 0,0 0 0,-4 1 0,-1 0 0,0-1 0,1 0 0,5-2 0,1-1 0,-1-1 0,-3 1 0,4-1 0,-3 1 0,2-2 109,5-1 1,1-1 0,-2-1-110,-9 1 0,-2 0 0,-3-1 0,11-6 0,-6-1 75,-11 4 0,-4-1-75,-6 0 0,-8 1 2306,-8-2-2306,9-1 1996,-9 1-1996,-1 4 0,2-9 769,27-18-769,1-11 0,-16 14 0,-4 0 0,0-16 0,-14 1 0,-22 27 0,-16-22 0,-2 14 0,-20-19 0,-7-1 0,12 19 0,0 0 0,-17-18 0,20 23 0,2 2 0,1-4 0,-9 0 0,6-3 0,-16-8 0,2 10 0,-5 0 0,11 9 0,0 1 0,-7-4 0,-2 2 0,-4 5 0,2 4 0,-12-6 0,-4 6 0,-6 0 0,14 1 0,0 2 0,-3 6 0,-4 0-652,10-3 1,-4 0 0,-1 0 651,-5 4 0,-1 1 0,0-1 0,3-3 0,0 0 0,-4 1 0,-1 3 0,-5 2 0,1 1 0,9-1-48,-6-2 0,4 1 48,8 3 0,-1 0 0,9 0 0,-4-3 0,30 3 0,14-3 0</inkml:trace>
  <inkml:trace contextRef="#ctx0" brushRef="#br0" timeOffset="173881">7792 18703 24575,'0'0'0</inkml:trace>
  <inkml:trace contextRef="#ctx0" brushRef="#br0" timeOffset="176764">13985 9968 24575,'11'0'0,"14"0"0,12 7 0,4 3 0,29 8 0,-26-5 0,-4 2 0,-2 3 0,-22-5 0,-12-4 0,2 13 0,-23 7 0,-4 14 0,-23-1 0,16-10 0,-29 10 0,7-1 0,12-15 0,1 0 0,-10 14 0,19-18 0,29-17 0,39 3 0,18-4 0,14-1 0,-22 0 0,10 0 0,4 1 0,-7-2 0,0-1 0,-5-1 0,1-1 0,1 1 0,0 0 0,-6 0 0,2 0 0,-15 0 0,-27 0 0</inkml:trace>
  <inkml:trace contextRef="#ctx0" brushRef="#br0" timeOffset="177430">14729 9968 24575,'8'26'0,"-4"-6"0,8 40 0,-4-23 0,2 2 0,11 32 0,-4-11 0,1-3 0,1-5 0,-9-8 0,-2-3 0,-3-8 0,-5-3 0,0-19 0,-6-2 0,2-3 0,-2 3 0,1-6 0,-4 3 0,-7-6 0,-15 3 0,7-3 0,-4 0 0,15 0 0,7 0 0,4 0 0</inkml:trace>
  <inkml:trace contextRef="#ctx0" brushRef="#br0" timeOffset="177965">14756 10145 22099,'8'-6'0,"15"-11"1198,10-3-1198,-2-3 417,-3 5-417,-16 10 212,-3 4-212,0-1 649,0 4-649,-3-2 0,3 3 0,-6 0 0,0 0 0</inkml:trace>
  <inkml:trace contextRef="#ctx0" brushRef="#br0" timeOffset="178682">15198 9995 24575,'-6'12'0,"-1"10"0,-3 13 0,-1 4 0,4 31 0,-3-5 0,2 0 0,15 8 0,-5-31 0,2-4 0,17 3 0,-3-10 0,2-10 0,0-13 0,-7-5 0,-1-3 0,-2-13 0,-4-6 0,-1-14 0,-5 8 0,-24-30 0,-8-2 0,5 19 0,-4 2 0,-1 4 0,0 4 0,-7-3 0,-8 20 0,35 8 0,-10 11 0,14-6 0,0 6 0</inkml:trace>
  <inkml:trace contextRef="#ctx0" brushRef="#br0" timeOffset="179748">7643 14381 24575,'54'0'0,"0"0"0,-15 0 0,-1 0 0,23 0 0,-5 0 0,-11 4 0,1-1 0,-4 3 0,-19 2 0,0 6 0,-36 2 0,-30 17 0,-2 2 0,5-1 0,23-10 0,18-15 0,16 5 0,4 0 0,14 11 0,8 4 0,2-1 0,1-4 0,3-4 0,-19-13 0,-1 3 0,-23-10 0,-3 0 0</inkml:trace>
  <inkml:trace contextRef="#ctx0" brushRef="#br0" timeOffset="180380">8432 14158 24575,'0'17'0,"0"35"0,3-17 0,5 17 0,2 2 0,6-1 0,1 2 0,1 1 0,1 9 0,2-1 0,-9-27 0,-8-19 0,0 2 0,-4-10 0,0 1 0,0-5 0,-6 3 0,-5 2 0,-6-2 0,-3 2 0,0-5 0,3-2 0,0-1 0,8 0 0,-3-2 0,6 1 0,-3-4 0,3-2 0,2-5 0,2-10 0,2 9 0,0-5 0</inkml:trace>
  <inkml:trace contextRef="#ctx0" brushRef="#br0" timeOffset="180864">8505 14309 24575,'17'-3'0,"-6"0"0,15 3 0,-16 0 0,28 0 0,-17 0 0,12 0 0,-16 0 0,-5 0 0,-9-3 0,-3 3 0,-1-3 0,-2 3 0</inkml:trace>
  <inkml:trace contextRef="#ctx0" brushRef="#br0" timeOffset="181631">8944 14115 24575,'-12'50'0,"0"-8"0,-3 7 0,-1 1 0,-3 4 0,2 1-657,1-2 1,0 1-1,1 1 657,-1 10 0,1 2 0,2 0-392,4-2 1,1-1 0,2 1 391,2 3 0,1-1 0,2 0 0,1-2 0,2-1 0,0-5 0,0 3 0,2-8 0,10 10 737,-4-50-737,5-8 0,-2-3 0,4-8 0,-1-37 0,-5-9 0,-1 3 0,1-10 0,2-14 0,-4 5-911,-6 7 0,-2 2 911,1 7 0,2-3 0,-3 3 0,-2-7 0,-5 5 1256,-14-15-1256,1 27 0,-1 12 0,3 18 0,2 8 0,-1 0 2973,-2 3-2973,2 0 0,4 0 0,3 0 0,3 3 0,0-2 0,0 1 0,3-2 0,0 0 0</inkml:trace>
  <inkml:trace contextRef="#ctx0" brushRef="#br0" timeOffset="182780">9441 19085 24575,'15'-2'0,"8"1"0,21 3 0,6 0 0,-10-2 0,3 2-1162,13 1 1,7 3 0,-7-2 1161,-13 0 0,0-1 0,11 0 0,8 0 0,-9 0 873,17 1-873,-21-3 0,-5-2 620,-10 1-620,-25 0 0,-3-2 0,0 1 0,-3-2 0</inkml:trace>
  <inkml:trace contextRef="#ctx0" brushRef="#br0" timeOffset="183230">10312 18778 24575,'22'34'0,"7"18"0,-3-8 0,1 4 0,-7-7 0,-1 0 0,2-1 0,-2-3 0,4 15 0,-7-13 0,-6-8 0,-12-5 0,-15-13 0,-20-4 0,4-5 0,-17-4 0,10 4 0,-6 1 0,8 1 0,16 0 0,11-6 0,8 3 0,-1-3 0,1 0 0</inkml:trace>
  <inkml:trace contextRef="#ctx0" brushRef="#br0" timeOffset="188063">8581 19536 24575,'-17'16'0,"-2"6"0,4-1 0,2 18 0,-3-9 0,12-1 0,-1-15 0,5-4 0,0 9 0,0-2 0,0 1 0,0-7 0,0-2 0,0 0 0,0 6 0,0-3 0,0 0 0,0 0 0,3-6 0,0 1 0,3-2 0,8 6 0,12 5 0,9-3 0,0 1 0,11-12 0,3-3-563,7 4 563,-2-3 0,0 0 0,10 0 0,2 0 0,-29 0 0,-6 0 0</inkml:trace>
  <inkml:trace contextRef="#ctx0" brushRef="#br0" timeOffset="188481">8889 19606 24575,'0'6'0,"0"2"0,0 26 0,0 6 0,0 2 0,0 26 0,6-25 0,-5-3 0,-1 3 0,6 16 0,-6-10 0,0-20 0,0-20 0,0 0 0,0-6 0,0 0 0</inkml:trace>
  <inkml:trace contextRef="#ctx0" brushRef="#br0" timeOffset="189147">9206 19551 24575,'14'8'0,"-3"0"0,9 6 0,3 2 0,9 2 0,13 14 0,-8-13 0,11 17 0,-8-12 0,2 4 0,-3 3 0,-12-14 0,-7 4 0,-7-11 0,-1 1 0,-9-5 0,2 0 0,-4-3 0,2 0 0</inkml:trace>
  <inkml:trace contextRef="#ctx0" brushRef="#br0" timeOffset="189697">9642 19482 24575,'-6'15'0,"-6"3"0,-21 14 0,8-7 0,-4 2 0,-14 5 0,-4 0 0,-4 12 0,-1-1-1065,5-12 1,2-2 1064,2 3 0,5-1 0,-5 4 510,3 6-510,17-11 0,5-4 0,12-9 0,1-11 0,4 3 1619,-4 2-1619,1-1 0,1 5 0,0-6 0,6 0 0,-2-6 0,1 0 0</inkml:trace>
  <inkml:trace contextRef="#ctx0" brushRef="#br0" timeOffset="190565">9758 19762 24575,'23'-3'0,"-3"0"0,5 5 0,-6 4 0,-1 4 0,-3 2 0,-6 0 0,-3-3 0,-3 16 0,-6-2 0,-4 21 0,-10-8 0,-11 1 0,-5-1 0,-12 1 0,7-6 0,1-2 0,3-14 0,-4-1 0,8-10 0,13-1 0,5-3 0,45 0 0,2-3 0,4 0 0,36 2 0,-33-3 0,-1 1 0,10 3 0,-17 5 0,9 1 0,-14 0 0,-3 2 0,-17-8 0,-3 3 0,-3-3 0</inkml:trace>
  <inkml:trace contextRef="#ctx0" brushRef="#br0" timeOffset="191413">10321 19769 24575,'-9'3'0,"0"-2"0,0 7 0,5-4 0,-1 7 0,5-4 0,2 4 0,2-4 0,16 19 0,-1-3 0,21 20 0,-12-12 0,-3-3 0,-6-5 0,-12-4 0,6 15 0,-28 29 0,3-24 0,-12 15 0,8-43 0,-9-2 0,-6-5 0,-33-15 0,26-2 0,-1-4 0,2-4 0,1-2-212,-2-1 0,1-1 212,-13-18 0,13 16 0,1 1 0,-6-9 0,-10-5 0,43 22 0,3 9 0,6-3 106,6 6 0,-5 0 0,4 3 0</inkml:trace>
  <inkml:trace contextRef="#ctx0" brushRef="#br0" timeOffset="191630">10127 19720 24575,'12'2'0,"3"2"0,3 2 0,-2 0 0,16 0 0,-21-2 0,9-1 0</inkml:trace>
  <inkml:trace contextRef="#ctx0" brushRef="#br0" timeOffset="192181">10278 19734 24575,'6'-4'0,"8"-1"0,2-1 0,8-1 0,0-2 0,-6 5 0,-1 1 0,-7 3 0,1 0 0,-2 0 0,14 3 0,23 4 0,-8-1 0,3 0 0,2 0 0,1 2 0,13 0 0,-3 1 0,17 5 0,-32-4 0,-26-5 0,-28-5 0,9 0 0</inkml:trace>
  <inkml:trace contextRef="#ctx0" brushRef="#br0" timeOffset="192952">11006 19841 24575,'-9'16'0,"-3"-2"0,-4 9 0,-3-7 0,-10 22 0,10-16 0,-1 12 0,10-15 0,-5 12 0,7-15 0,-3 15 0,9-13 0,-2 33 0,3 16 0,2-28 0,1 0 0,-1 17 0,27 1 0,0-31 0,16 23 0,-12-25 0,-8-6 0,-11-29 0,-3-2 0,0-6 0,-2-11 0,0 10 0,2-27 0,-6 10 0,-3-1 0,-6-1 0,0 1 0,-2-33 0,-15 25 0,-5 7 0,1 13 0,-25-25 0,21 41 0,12 7 0,4 3 0,8 0 0,-1 5 0,-1-1 0,-2 5 0,1-3 0,3-3 0,3 0 0</inkml:trace>
  <inkml:trace contextRef="#ctx0" brushRef="#br0" timeOffset="197730">12715 11834 24575,'0'54'0,"0"0"0,0 0 0,0 2 0,0 1 0,0 1 0,0 3 0,-1 2 0,2 2-899,0-8 1,0 3 0,1-1-1,1-2 899,1 6 0,1-3 0,1 2 0,0 6 0,1 2 0,1 0 0,3 5 0,2-1 0,-1-5 0,3-1 0,0 0 0,-3-2 0,0 5 0,0-5-5,2 1 1,-1 0 4,-2-2 0,-1 4 0,-2-4 0,0 3 0,-1-2 0,-1-17 0,1 1 0,-1 0 0,-1 27 0,-2-6 0,2-32 0,-1 1 0,-2 15 0,0 8 0,0-4 0,1 2 0,1 1 0,-2-5 0,1 4 0,-1 0 0,1-4 0,0-1 0,-1-3 0,2 6 0,-1-3 0,-3 1 0,0-5 0,0 16 399,0-6 0,0 2-399,-3-26 0,1 0 0,-1 22 0,-1-1 0,-7-1 0,4-5 0,2-26 1790,3-2-1790,1-1 971,-7 22-971,2-4 44,-3 2-44,3-3 0,3-20 0,-1 9 0,-1 8 0,0 8 0,-5 10 0,9-16 0,-9 8 0,8-16 0,-10 37 0,9-20 0,-1 4 0,-3 6 0,0 2 0,3 1 0,0-1 0,-2-4 0,0-4-785,5-12 1,0-3 784,-5 36 0,6-11 0,0-2 0,0 12 0,0-26 0,0 2-485,0 0 1,0 0 484,3 2 0,0 0 0,-2-9 0,0-2 0,5 3 0,0-3 0,-4 16 0,6-9 0,1 2 744,-8-10 1,1 2-745,5 13 0,2 0 0,-6-9 0,0-3 0,2 12 0,4-19 0,-5-12 1049,0 0-1049,0-2 0,-4 0 0,0 2 0,2-6 0,-1 2 0,2-12 0,-3-2 0</inkml:trace>
  <inkml:trace contextRef="#ctx0" brushRef="#br0" timeOffset="201564">12768 13466 24575,'0'13'0,"-5"15"0,-2 25 0,-2 4 0,-2 8 0,2-12 0,-1 3 0,-1 5-1071,0 3 0,0 6 1,-2 3-1,0 0 1071,1-10 0,-1 2 0,-1 0 0,1 0 0,0-1 0,1-3 0,1-2 0,1 1 0,-1-1 0,0 2 0,0 3 0,-1 1 0,0 1 0,1-2 0,2-1-306,1 5 0,1-2 1,1-1-1,1 2 306,0 5 0,1 2 0,1-1 0,0-1 0,0-4 0,1-2 0,1 0 0,0-4 0,0 10 0,1-3 0,1-7 0,-1-3 0,0-5 0,-1-2 0,2 2-350,1-6 0,0 3 0,1 1 350,-2 8 0,-1 2 0,0 1 0,3 4 0,0 0 0,-1-1 0,-2-10 0,0-2 0,0-4-633,0 4 1,0-4 632,0 1 0,0-1 0,0 1 0,0 1 0,-1-1 0,2 3 581,0 2 1,2 5 0,-1-2-582,2 14 0,0 1 0,-2-4 0,1 4 0,0-7 1059,2-8 0,0-5-1059,-3-3 0,0-9 0,3-22 0,-2-14 0</inkml:trace>
  <inkml:trace contextRef="#ctx0" brushRef="#br0" timeOffset="203030">12006 15680 24575,'-8'22'0,"2"18"0,1 8 0,0 1 0,1 8 0,2 4 0,1 10 0,0 6 0,-2-1-1967,-1-9 1,-1 2 0,0 2 0,0-1 0,2 1 1668,1 0 0,2 0 0,0 1 0,-1 1 0,0 2 298,-2-12 0,0 3 0,0 1 0,-1 1 0,0-2 0,0-1 0,2-5 64,-1 18 1,1-7 0,0 1 0,-1 4-65,0-10 0,-1 3 0,0 2 0,-1 0 0,1-2 0,-1-2 0,1-1 0,-1-1 0,0-2 0,0-1 0,-1-2 0,-1 4 0,-1-2 0,0-1 0,0-3 0,-1 12 0,0-3 0,-2-11 2006,-11 15-2006,6-22 0,8-23 0,5-20 0</inkml:trace>
  <inkml:trace contextRef="#ctx0" brushRef="#br0" timeOffset="203815">11674 17240 24575,'-19'72'0,"-1"1"0,7-6 0,0 6 0,1-4 0,2-13 0,-1-3 0,1 5-1980,2 6 1,0 5-1,0 2 1,1-6 1979,-2-1 0,0-3 0,2 1 0,0 9 0,2 1 0,1 1 0,1-15 0,1 0 0,1 0 0,0-4 0,0-1 0,1-4 0,1 3 0,-1 17 0,0 4 0,0-11 978,0-15 1,0-7-979,0 20 0,0-29 0,0-26 0</inkml:trace>
  <inkml:trace contextRef="#ctx0" brushRef="#br0" timeOffset="204297">11383 18687 24575,'4'17'0,"-1"-4"0,4 4 0,8 19 0,4 9 0,3 2 0,3 3 0,8 17 0,0 0-924,-7-17 1,-2-6 923,6 5 446,-19-37-446,-8-4 0,8-7 0,-4-4 0,2 2 0,-3-5 0</inkml:trace>
  <inkml:trace contextRef="#ctx0" brushRef="#br0" timeOffset="237118">37575 18929 24575,'-22'58'0,"14"-24"0,0 6 0,-2 15 0,-1 9 0,1 1-1851,3-2 0,2 0 0,0 6 1851,1-8 0,1 5 0,0 2 0,0 0 0,0-4 0,-1 1 0,0-5 0,0 2 0,1 6 0,1-3 0,0 6 0,1 2 0,0 2 0,-1-3 0,0-5-641,-1 10 1,-1-5 0,-1 0 0,0 7 640,1-17 0,-1 3 0,1 4 0,-1 0 0,0 1 0,0-1 0,0-2 0,0 4 0,1-1 0,-1 0 0,0-1 0,0-1 0,0 1 0,0-4 0,-1 0 0,-1 0 0,1 0 0,1-1 0,-1 1 0,1-1 0,1 1 0,0-1 0,0 0 0,0-1 0,0 0-132,0 5 0,1-1 0,-1-1 0,1-1 0,0 2 132,-1 0 0,1 2 0,-1-1 0,1-1 0,0-2 0,-1 7 0,0 0 0,1-4 0,0-4 0,0-1 0,0-5 0,0-8 0,-2 17 0,5-59 0,0 5 0,0-10 0,0 0 0</inkml:trace>
  <inkml:trace contextRef="#ctx0" brushRef="#br0" timeOffset="238369">37833 18746 24575,'6'0'0,"63"-7"0,-1 0 0,10-2-1676,-19 3 1,3-2-1,6 0 1676,-6 1 0,7-1 0,2 0 0,0-1 0,-4 1-1382,1 0 1,-4 0-1,1 0 1,4-1 1381,-10 1 0,3 0 0,2-1 0,0 0 0,0 0 0,-1 1-265,5-2 0,-2 1 0,0-1 0,4 1 0,5 0 265,-14 3 0,4 1 0,3-1 0,2 1 0,1 0 0,2 0 0,0 0 0,0 0 0,-1 0-285,-5 0 0,1 0 0,1 0 0,-1 0 0,1 1 0,1-1 0,-1 0 1,2 1-1,-1 0 0,2 1 285,-3 0 0,1 0 0,1 1 0,0 0 0,1 0 0,0 0 0,-1 1 0,1-1 0,0 1 0,-1-1 0,-1 1-133,6-1 1,0 0-1,2 0 1,-1 0 0,-1 0-1,0 0 1,-2 1 0,-2-1-1,-3 1 1,-3 0 132,14 1 0,-6-1 0,-2 2 0,-2-1 0,0 0 0,3 0 117,-7 0 1,1 0 0,0 0 0,1 0 0,-1 0 0,-2 0 0,-1 0-118,11 1 0,-1 0 0,-2 1 0,0 0 0,1 0 0,-7 0 0,0 0 0,1 1 0,-1 0 0,1 0 0,-2 1-79,10 0 0,-1 2 0,-1-1 0,-1 1 0,-3-1 79,3 0 0,-3-1 0,-2 1 0,-2 0 0,11 3 0,-3 0 0,-6-2 1171,1-4 0,-4-2-1171,9 4 0,-6 0 3567,-3-4-3567,-24 2 2806,-26 46-2806,-12-12 0,-2 7 0,1 18 0,1 9 0,1-1 711,-1-9 1,1-1 0,-1 3-712,-1-4 0,-1 3 0,0 0 0,1-3 0,1 6 0,1-2 0,-1 5-537,-1-9 0,-1 4 1,-1 2-1,1 1 0,0-1 537,1-4 0,1-1 0,-1 0 0,1 3 0,0 4 0,0 1 0,1 5 0,-1 4 0,1 1 0,-1-1 0,1-2 0,0-5-863,1 6 0,-1-5 0,1-1 0,0 1 1,1 1 862,-1-2 0,0 3 0,0 1 0,0-2 0,1-1 0,-1-4-307,3 8 1,-1-4 0,1-1 0,-1 3 306,-1-7 0,0 2 0,0 1 0,1 1 0,0 1 0,0-6 0,1 2 0,1 0 0,0 1 0,-1 1 0,0-1 0,-2 4 0,0 2 0,0 1 0,-1-2 0,0-1 0,1-4 0,0-2 0,1-2 0,-1-2 0,0-3 0,-1-2 364,0 23 1,-2-4-1,0-21 1,-2-22-1,0-22 1</inkml:trace>
  <inkml:trace contextRef="#ctx0" brushRef="#br0" timeOffset="239240">37910 23767 24575,'43'-7'0,"0"1"0,0 0 0,-5 1 0,-4 0 0,5 5 0,3 3 0,16 8 0,-12-3 0,11 1 0,6 2 0,0 0-1701,-5-1 0,1 1 1,2 0-1,2 1 1,1-1 1700,-2 0 0,2-1 0,0 1 0,2 0 0,2 0 0,0-1-403,-3 0 1,2 1-1,1-1 1,1 1-1,0-1 1,0-1-1,0 0 403,-1-1 0,0 0 0,0-1 0,0 0 0,1-1 0,2 1 0,1-1-338,-6 1 1,0-1 0,1 0 0,1 1 0,1-1 0,1 0 0,1 0 0,1-1 0,1 0 337,-5 0 0,1-2 0,2 1 0,0 0 0,1-1 0,1 0 0,0 0 0,0-1 0,0 1 0,-1-1 0,0 0-185,-1 0 1,1-1-1,0 1 1,0-1 0,0 0-1,0 0 1,-1 0-1,1 0 1,-2-1 0,0 0-1,-1 0 185,2 0 0,0 0 0,0 0 0,-1-1 0,0 0 0,-1 0 0,-1 0 0,-2-1 0,-1 0 0,-2-1 187,10 0 1,-1-2-1,-1 0 1,-3-1-1,-3 1 1,-4-1 0,-6 1-188,19-2 0,-9 0 0,-8-1 535,5-2 1,-19 1 0,-34 6 0,-7 0-1</inkml:trace>
  <inkml:trace contextRef="#ctx0" brushRef="#br0" timeOffset="240368">41691 19043 24575,'7'49'0,"-3"11"0,0 15 0,0-13 0,0 7 0,0 5 0,0 1-1967,0-8 1,-1 3 0,1 1 0,-1 1 0,0 0 1717,-1-9 1,0 0 0,0 1 0,-1 0-1,0 3 1,1 1 248,-1 1 0,1 3 0,0 2 0,-1 0 0,0 1 0,0 0 0,-1-1-216,-1-9 0,-1 0 1,0 0-1,-1 1 0,1-1 1,-1 1-1,1 1 0,0 0 216,1 6 0,1 0 0,-1 0 0,1 2 0,0-1 0,-1 1 0,1 1 0,-1-1-115,1-4 1,-1 2 0,-1 1 0,1 0-1,0-1 1,0 0 0,0-3 0,0-1 0,1-4 114,0 9 0,0-4 0,0-3 0,1 0 0,-1-1 0,1 1-273,0 2 1,1 2-1,-1 0 1,1-3 0,-1-3-1,0-6 273,-1 10 0,0-7 0,0 4 325,1 3 0,1 6 0,0 0 1,0-2-326,1-8 0,-1-2 0,0 0 0,1 1 0,0 4 0,2 1 0,-1-1 0,-1-4 0,1 2 0,-2-4 0,1-12 0,4-2 0,-7-46 0</inkml:trace>
  <inkml:trace contextRef="#ctx0" brushRef="#br0" timeOffset="241052">39597 20402 24575,'-11'0'0,"-2"5"0,-3 2 0,-15 24 0,-2 10 0,-4 7 0,-3 5 0,-5 5-1912,8-10 0,-3 6 1,-2 1-1,3-2 1912,-6 7 0,2-2 0,-1 4 0,4-6 0,-2 2 0,1 1 0,2-3 315,-4 6 1,3-3-1,2-2-315,6-5 0,2-1 0,2-5 0,0 4 0,4-7 0,3-1 0,16-29 0,3-13 0</inkml:trace>
  <inkml:trace contextRef="#ctx0" brushRef="#br0" timeOffset="241602">39520 20695 24575,'29'45'0,"10"10"0,-8 12 0,-11-24 0,0 4 0,-3 3 0,-1 4 0,2 9 0,0 3 0,-3-4 0,-1-1 0,-2-12 0,-3-5 0,-5 5 0,0-13 0,0-14 0,-4 0 0,0-9 0,2 4 0,-1-12 0,2 3 0</inkml:trace>
  <inkml:trace contextRef="#ctx0" brushRef="#br0" timeOffset="242070">39248 21188 24575,'9'0'0,"-3"0"0,55 0 0,-11 0 0,8 0 0,-3 0 0,7 0 0,3 0 0,-6 0-881,0 0 0,-3 0 0,0 0 881,7 0 0,0 0 0,-13 0 0,-12 0 0,-35 0 0</inkml:trace>
  <inkml:trace contextRef="#ctx0" brushRef="#br0" timeOffset="242753">43083 20362 11892,'31'-24'0,"26"-1"1643,-6 8 1,2 2-1644,-12 4 0,1 3 1227,25 1 0,1 3-1227,-23 3 0,1 2 738,17-4 0,0 1-738,-14 1 0,-6 1 0,13-5 0,-31 5 0,-22 0 0</inkml:trace>
  <inkml:trace contextRef="#ctx0" brushRef="#br0" timeOffset="243302">43529 20370 24575,'-2'56'0,"0"0"0,-5-2 0,-1 5 0,4-1 0,0 9 0,0 2 0,-1-5-1354,-3-4 0,0-4 0,1 6 1354,2-4 0,2 6 0,0 1 0,0-2 0,1-6 0,-2-1 0,0-5 0,1 2 304,2 5 0,1 6 0,0-3 0,0-10-304,0-6 0,-1-7 0,2 21 0,2-46 0</inkml:trace>
  <inkml:trace contextRef="#ctx0" brushRef="#br0" timeOffset="243735">43324 21318 24575,'16'-9'0,"13"-4"0,20-1 0,1 2 0,3 1 0,-16 2 0,1 0 0,30-2 0,-2 1 0,-5-2 0,-1 8 0,-1 1 0,-9-6 0,11 9 0,-50-3 0,-5 3 0,-3 0 0,0 0 0</inkml:trace>
  <inkml:trace contextRef="#ctx0" brushRef="#br0" timeOffset="245786">37708 19382 24575,'55'9'0,"18"-1"0,-34-3 0,12-1 0,-8 0 0,8-1-1180,-1-2 1,8-1 0,3 0 0,0 1 1179,3 1 0,2 0 0,1 0 0,4-1 0,-9 0 0,4-1 0,2 0 0,0 0 0,0-1 0,-3 1-1023,4 0 1,-1 0 0,-1 0 0,-2 0 0,-3 0 1022,1 0 0,-3 0 0,-2 0 0,0 0 0,16 0 0,-1 0 0,-9 0 945,-14 2 1,-5 1-946,8 0 0,0 0 0,-4 3 0,-1 0 0,5 0 0,-2-1 0,18 2 0,-13-4 0,5 0 0,9 0 0,5 1-71,-12-1 0,4 0 1,4 0 70,-12 0 0,3 0 0,2 0 0,0 0 0,-3 0 0,3 0 0,-3-1 0,0 0 0,5 0 0,4 0 0,4-1 0,2 0 0,-2 0 0,-7 0 0,7-1 0,-5 0 0,-3 0 0,-1 0 0,-3 0 0,-8 0 0,15 0 0</inkml:trace>
  <inkml:trace contextRef="#ctx0" brushRef="#br0" timeOffset="246803">37753 20391 24575,'10'0'0,"52"0"0,0 0 0,11 0-1355,-19 0 1,6 0-1,3 0 1,0 0 1354,8 0 0,3 0 0,0 0 0,1 0-1279,-1 0 0,1 0 1,-1 0-1,0 0 1279,-5 0 0,0 0 0,-1 0 0,-2 0 0,-8 0 0,-2 0 0,-1 0 0,3 0 284,6 0 1,4 0 0,-2 0 0,-5 0-285,-5 0 0,-3 0 0,-2 0 0,23-1 0,-8 2-244,-1 5 244,-28 7 1801,1-5-1801,11 8 5993,-34-12-5993,16 2 1394,-20-1-1394,19 0 450,-10 3-450,24-3 0,-4 1 0,0-4 0,4 0 0,-1 4 0,4-1-645,7-3 1,8-1-1,1 1 645,-6 1 0,1 1 0,3 0 0,0-1 0,9-2 0,4-1 0,-2 0 0,-3 1 0,3 1 0,-4 1 0,-4-1-3072,16-1 1,-22-2 3071,-46 1 0,-18 0 0,0 0 0</inkml:trace>
  <inkml:trace contextRef="#ctx0" brushRef="#br0" timeOffset="247653">37600 22384 24575,'41'0'0,"1"0"0,8 0 0,5 0 0,-5-1 0,5 1 0,2 1-1214,0 0 0,3 1 1,2 1-1,2-1 1214,6-2 0,2 1 0,2-1 0,3 1-416,-13-1 0,2 2 1,3-1-1,-1 0 0,0 1 1,-2 0 415,4 0 0,-3 1 0,1-1 0,0 1 0,2 0 0,-4 0 0,4-1 0,0 1 0,-1 0 0,-2 0 0,-4 2-424,9 2 0,-5 1 1,-2 1-1,-1-1 424,-1 0 0,0 0 0,-3 0 0,-5 0 0,18 7 0,-5 1-127,2 2 0,-2-1 127,-14-4 0,3 1 0,4 2 0,6 1 0,2-2-874,3-3 0,2-3 1,0 1 873,-15 0 0,1 0 0,-1 0 0,-3-1 0,8-1 0,-3-2 0,-6 0 937,4 1 1,-20-6-938,-33-7 2955,-13 2-2955,-15-9 0,15 10 0,1 0 0</inkml:trace>
  <inkml:trace contextRef="#ctx0" brushRef="#br0" timeOffset="248719">38739 18852 12604,'6'27'0,"12"40"247,-3-19 1,-1 3-248,0-2 0,-1 2 304,-1-1 0,0 4 0,-2-4-304,-5-9 0,-1 3 0,5 20 0,2 11 0,-1 4 0,-4-9 0,-1 2 0,-1 3 0,0 3-245,0-15 0,-1 1 0,0 2 0,0 2 1,0 1-1,0 2 245,0-7 0,-1 2 0,0 2 0,0 0 0,0 1 0,0-1 0,0-1 0,-1-3 0,-1 8 0,1-3 0,-1-1 0,-1 0 0,1 0 0,0 3 0,0-3 0,0 1 0,1 1 0,-1 0 0,0 0 0,0 0 0,-1-1 0,-1-3 0,0-1 0,0 0 0,-1-1 0,1 1 0,-1 0 0,1 2-202,0 5 1,0 1-1,1 1 1,-1 0-1,1 0 1,-1-1-1,0-2 202,-1 5 0,0 0 0,0-1 0,0-2 0,0-1 0,0-3 0,1-1 0,0-2 0,1-2 0,-1-3 0,1-3 304,1 13 1,0-5 0,0-1-305,0-2 0,0 0 0,0-5 565,0 6 1,0-3-566,1 5 0,1-10 3699,2-30-3699,0 10 6330,-1 32-6330,-3-20 0,0 0 0,0-45 0</inkml:trace>
  <inkml:trace contextRef="#ctx0" brushRef="#br0" timeOffset="249836">40389 19040 24575,'-1'59'0,"0"-1"0,-1 0 0,-1 6 0,-2 1 0,2 4 0,2-4 0,1 2 0,0 4 0,-1 3-1470,-1-12 0,0 4 1,-1 1-1,0 1 1,0 1-1,1 0 1470,0 2 0,0 0 0,0 0 0,1 1 0,-1 1 0,1 1 0,-1-6 0,1 1 0,-1 0 0,1 1 0,0 1 0,-1-1 0,1 1 0,0 4 0,-1 0 0,1 2 0,0-1 0,0-1 0,0 0 0,0-3 0,1 2 0,-1-1 0,1-1 0,1-1 0,-1-1 0,0-2 0,0 6 0,0-2 0,0-1 0,0-1 0,0-1 0,0-5 0,0-1 0,0 0 0,0-2 0,0-1 63,0 5 1,0-3-1,0 0 1,0 1-64,0 8 0,0 1 0,0 2 0,0 1 0,0-6 0,0 2 0,0 1 0,0-2 0,0-5 0,0 12 0,0-6 0,0 4 0,0-14 0,0 4 0,0 2 0,0-3 0,0-5 0,0 8 0,0-6 0,0 3 376,0-6 1,0 2 0,0 0 0,0-5-377,0 25 0,0-13 0,0-10 0,0-52 0</inkml:trace>
  <inkml:trace contextRef="#ctx0" brushRef="#br0" timeOffset="265571">43534 18715 24575,'67'-15'0,"-1"0"0,0 0 0,-7 1 0,-1 1 0,-11 4 0,4 2 0,-14 4 0,-23 3 0,10 6 0,6 6 0,10 5 0,4 4 0,-2-1 0,-1 1 0,0-1 0,-1 1-212,0 5 1,-6-2 211,-16-7 0,26 18 0,9 12 0,-15-3 0,1 5 0,0 1-692,5 5 0,1 2 0,-1 5 692,-6-3 0,-1 5 0,-3 0 0,-4-5 0,-7-12 0,-4-4 0,-2 6 0,-1 10 0,-1 7 0,-1 1 0,-3-6 0,-2-8 0,-1-4 0,-1 5-376,1 11 0,0 7 0,0 1 0,0-5 376,-1-4 0,-1-4 0,0 0 0,-1-2 0,0 0 0,0-3 0,-2 8 0,0-4 0,1 2 0,-1-1 0,-3 2 0,0 3-177,-2-9 0,-1 2 0,1 0 177,0-8 0,-1 0 0,-1 3 0,-4 18 0,-2 4 0,-1-4 0,-1 3 0,-1-1 0,0-12 0,-1 3 0,0-1 0,0-5 0,-1 0 0,-1-2-168,1-5 1,-1 0 0,-1 2 167,-2 0 0,-2 3 0,0 1 0,2-6 184,-9 20 0,0-6-184,-2-3 0,1-2 0,8-11 0,1-4 0,-3-4 0,-1-1 722,2 0 0,-2 0-722,-9 9 0,-2-5 0,-12 0 575,7-9-575,-3-8 966,-5-7-966,-10-2 0,-4-9 0,-5-3 0,10-3 0,-1-1 0,-9-1 0,-1-2 0,-9-4 0,5-2 0,32 4 0,1-2 841,-26-8 1,2-4-842,-2-8 0,19 7 0,0-2-380,12 1 0,2 0 380,-6-5 0,1 0 0,4 4 0,2 1 0,-12-15 0,9 4 0,-6-5 0,2-1 0,-3-7 0,0-4 0,-6-8 0,-2-7 0,4 5-588,3 4 1,6 4 587,6 0 0,6 6 0,10 16 0,-5-40 0,14 0 0,-2 0 0,2-7 0,6 18 0,2-1 0,0 3-356,-1 1 1,1-3 355,3-14 0,1-10 0,1 9 0,1 10 0,2-1-352,-2 0 1,2-8 0,1-3 0,2 2 351,0 4 0,3 0 0,-1 1 0,0 4-801,-1-7 1,-1 4 0,2-2 800,2 6 0,1-2 0,1 1 0,-2 4 0,-3 7 0,-2 3 0,3-3 0,3-3 0,3-4 0,1 0 0,0 1-198,-2 2 0,1 2 0,0 0 1,1 1 197,9-11 0,2 1 0,0 5 0,-8 11 0,1 3 0,0 4-274,12-8 1,0 4 273,-6 6 0,0 2 0,-1-1 0,1 0 0,-2 5 0,-1 0 808,-1 1 0,0 1-808,1 0 0,-2 1 0,15-9 0,-7 1 3510,-21 21-3510,-6 5 1065,3-1-1065,-6 4 0,0 1 0,-3 3 0</inkml:trace>
  <inkml:trace contextRef="#ctx0" brushRef="#br0" timeOffset="269104">38200 20099 24575,'6'0'0,"2"0"0,2 0 0,44 0 0,-11 0 0,4 0 0,8-2 0,3-2 0,8 1 0,-1-2-952,-12-1 0,-2-2 952,-5-2 0,2-1 0,20-1 0,2 1-155,-5 0 0,1 1 155,7-2 0,2 3 0,-2 5 0,-5 1 0,-26 0 0,-4 0 0,5 1 0,-4 1 0,0 0 0,15-3 0,7 4 0,-19-3 0,2 0 0,2 3 0,4-1 42,2-3 0,4-1 0,4 1-42,-6 1 0,3 1 0,1 0 0,1 0 0,3-1 0,1-1 0,2 0 0,2-1-1177,2 1 0,4-1 1,1 0-1,-2 1 1,-5-1 1176,-8 0 0,-4 1 0,-1-1 0,3 1 0,15-2 0,5 1 0,-3-1 0,-7-1-249,-13 0 1,-7-1 0,5 0 248,21 0 0,5 0 0,-7-1 0,-6-3 0,-5 1 0,7 1 0,-6 2 0,-9 1 0,-14 4 1116,33 3-1116,-5 0 1595,2 0 0,-42 0 0,-21 0 0</inkml:trace>
  <inkml:trace contextRef="#ctx0" brushRef="#br0" timeOffset="269621">42167 19500 24575,'28'7'0,"14"-1"0,7 3 0,1 7 0,1 1 0,1-8 0,-2 2-415,-3 9 0,-9 0 415,-15-6 273,29 29-273,-34-19 138,4 14-138,-31-14 0,-16 6 0,-1-8 419,-22 13-419,-6 0 0,1-6 0,-9 2-2262,9-2 1,-5 1 0,1-1 2261,2-4 0,-1-2 0,2 1 0,-3 5 0,2 2 0,4-5 0,5-3 0,5-2 0,-17 16 0,30-18 0,14-12 0,12-7 0</inkml:trace>
  <inkml:trace contextRef="#ctx0" brushRef="#br0" timeOffset="270504">38031 21541 24575,'40'-10'0,"1"0"0,18-5 0,3-1 0,-14 1 0,7-1-1536,1 1 0,13-1 1,6-2-1,2 1 1,-1 1 1535,-12 4 0,0 0 0,1 2 0,2-1 0,1 0 0,4 0-264,-10 1 1,2 0 0,3-1 0,1 0-1,1 1 1,0-1 0,-1 1 0,-1 1 0,-2 0 263,8 0 0,-1 1 0,-1 0 0,-1 0 0,-1 1 0,-1 1 0,0-1 0,5 1 0,0-1 0,0 1 0,-3 1 0,-5 0 0,-7 1 0,7 0 0,-9 1 0,0 2 0,4 0 0,-1 1 0,-8 3 1676,18 15-1676,-17-6 0,9 3 0,1-1 0,8 3 0,1 1 0,2-2-307,-16-5 0,2 0 0,0-1 1,2 0 306,9 4 0,2-1 0,-1 0 0,-8-3 0,10-3 0,-6-2 1440,-2 6 1,-10-3-1441,-21-8 4284,-25 0-4284,-3 0 357,6 0-357,-6 0 2076,25 5-2076,20 11 0,-16-8 0,7 7 0</inkml:trace>
  <inkml:trace contextRef="#ctx0" brushRef="#br0" timeOffset="271071">42323 21078 24575,'12'0'0,"35"18"0,2 18 0,-16-10 0,-2 3 0,-6 2 0,-4 1 0,-4 22 0,-12-16 0,-5 1 0,-12-3 0,-3 0 0,5 2 0,-3-2 0,-14-2 0,-6-5 0,-30 6 0,5-15 0,20-7 0,2-3 0,-4-4 0,-15 13 0,4 6 0,12-3 0,2-1 0,27-15 0</inkml:trace>
  <inkml:trace contextRef="#ctx0" brushRef="#br0" timeOffset="272454">38337 23227 24575,'3'3'0,"15"-2"0,25 5 0,1-2 0,12 1 0,5 1 0,2-1 0,4 1 0,4-1 0,0 1-1701,-10-1 0,0 1 1,2-1-1,0 0 1,2 0 1700,7 0 0,4 1 0,1-1 0,-4 0 0,-5 0 0,8 0 0,-6 0 0,8 2-234,-12-2 0,6 2 0,5 1 1,0-1-1,0 1 0,-5-2 234,-1 1 0,-4-1 0,0-1 0,1 1 0,3 1-244,1-1 0,4 2 0,2-1 0,-2 1 0,-3-2 0,-6 0 244,1-1 0,-5 0 0,-4-1 0,-8-1 0,11 0 0,-18-1 0,-33-2 0,41 0 0,-1 0 1972,-4-2 1,1-2-1973,26 3 1927,-33-2 0,0 0-1927,21 3 0,-20 0 0,-2 0 0,0 0 2717,5 0-2717,-36 0 0,5 0 0,15 0 854,-9 0-854,30 0 0,-17 0 0,8 0 0,-11 0 0,-15 0 0,-1 0 0,-2 0 0,4 0 0,3 0 0,-5 0 0,10 0 0,-10 0 0,3 0 0,-8 0 0,-17 0 0,5 0 0,-8 0 0,8 0 0</inkml:trace>
  <inkml:trace contextRef="#ctx0" brushRef="#br0" timeOffset="273121">42157 23339 24575,'26'0'0,"-2"0"0,12 0 0,0 3 0,28 12 0,-15 2 0,4 6 0,-17 3 0,-17-10 0,4 10 0,-10-3 0,1-1 0,-7-1 0,-2-10 0,-7-8 0,-2 0 0,-2 0 0,-3-3 0,-19 12 0,-31 1 0,12 3 0,5-4 0,-2-1 0,-13 2 0,15-1 0,0-1 0,-17-2 0,9 3 0,35-12 0,7 3 0</inkml:trace>
  <inkml:trace contextRef="#ctx0" brushRef="#br0" timeOffset="288721">12853 24066 24575,'-12'15'0,"-13"33"0,-5 18 0,7-14 0,0 6 0,-2 4 0,1 0-1529,-2 4 1,-1 1-1,1 2 1,-2 4 1528,5-10 0,-1 2 0,-1 2 0,0 2 0,0 0 0,0 1-607,3-7 0,-1 2 0,1 0 0,-1 1 0,1 0 0,-1 2 0,-1 0 607,1 0 0,-1 0 0,0 2 0,0 1 0,0-1 0,-1 1 0,1-2 0,0-1-256,2-4 0,-1 0 0,0-1 0,1 0 1,-1 0-1,1-1 0,0-1 0,0 1 256,-1 4 0,-1 3 0,0-1 0,1-2 0,1-2 0,1-4 0,2-5-246,-7 17 1,4-9-1,-1 5 246,0 2 0,-1 7 0,1-3 0,5-12 711,5-10 1,2-4-712,-5 9 0,0 3 0,10-19 922,14-28 0,1-13 1,-3-3-1</inkml:trace>
  <inkml:trace contextRef="#ctx0" brushRef="#br0" timeOffset="289989">12350 24084 24575,'59'0'0,"-1"0"0,1 0 0,9 2 0,2 1 0,6 0-1967,-13-1 1,2 0 0,4 0 0,3 0 0,4 0 1896,-11 0 0,5-1 0,3 0 0,2 0 0,0 0 0,-1 0 0,-4 1 0,-4-1 70,9 2 0,-7 1 0,-2-1 0,4 0 0,8 0 0,-15-1 0,7-1 0,4 0 0,3-1 0,2 1 0,0 0 0,-1-1 0,-2 1 0,-5 0 0,-5 1 0,8 0 0,-4 1 0,-5 0 0,0 1 0,1-1 0,3-1 0,2 0 0,3 0 0,2-1 0,-1 0 0,-1 0 0,-4 1 0,-5-1 671,12 1 0,-5 0 1,-5-1-1,-6 2-671,16 0 0,-7 2 0,-14 4 0,3 4-636,9 2 0,7 3 1,-3-1 635,-16-5 0,-2-1 0,3 0 0,3 2 0,4 2 0,0-1 0,-9-2-226,7 0 0,-2-1 226,8 4 0,6 1 0,-7-1 2180,-8-3 1,-2 0-2181,-1 0 0,2 1 0,-7-1 0,-12-1 0,-2-1 0,35 6 0,2 0 0,-24-2 0,-3-1 0,4 0 0,-6-2 0,-9-4 4770,-19-4-4770,-4-3 847,55 10-847,-39-8 87,40 12-87,-28-8 0,-16 1 0,13 5 0,-28-5 0,-2 18 0,-8-12 0,0 26 0,-10 8 0,-6 8 0,4-8 0,-1 4 0,-2 3-698,-3 1 1,-1 3-1,-1 4 1,0 0 697,2-3 0,1 2 0,-1 1 0,0-1 0,0-1 0,-4 6 0,-1-1 0,1-1 0,1 1 0,1 2 0,1 0 0,1 1 0,-1 0 0,-2 4 0,-2 0 0,2 0 0,1-3 0,5-12 0,2-2 0,0 0 0,0 1-405,-1 5 0,-1 1 0,1-1 0,1-1 405,-1 12 0,2-1 0,3-8 0,4-4 0,0-2 0,-2-6 0,-3 3 0,3-2-1,2 12 1,1-4 0,-5-5 0,0-2 0,-1 4 0,0-3 0,-6 16 0,2-23 2534,3-7-2534,7-22 0,1-9 0,0-3 0</inkml:trace>
  <inkml:trace contextRef="#ctx0" brushRef="#br0" timeOffset="290739">12564 28131 24575,'68'6'0,"0"-1"0,-1 1 0,-11-3 0,0 1 0,3 0 0,5 1 0,2 2 0,6 0 0,3 2 0,3 0 0,0 0 0,-1-2-1405,-10 0 1,0-1 0,0 0-1,1-1 1,1 1 0,1 0-1,4 0 1317,-5 0 0,4 0 0,2 0 0,1 0 0,1 0 0,0 0 1,-2 0-1,-1-1 0,-4 1 88,7-1 0,-2 1 0,-1-1 0,-1 0 0,-2-1 0,-1 0 0,-1 0 0,4 0 0,-2-1 0,-1 0 0,-1-1 0,-3 1 0,-3 0 0,10 1 0,-5 0 0,-2 1 0,-1-1 0,-5 0 0,0 1 0,-3-1 0,-5 0 0,12 1 0,-6 0 0,0-1 0,-12-1 0,-31-3 0</inkml:trace>
  <inkml:trace contextRef="#ctx0" brushRef="#br0" timeOffset="291671">14469 25742 15627,'4'9'0,"-2"0"3836,-7 27-3836,-1-4 0,-8 23 0,-5 8 0,1-6 0,-1 0 438,-1 3 0,1 1-438,0 5 0,5-7 75,7-10-75,0 1 0,1-3 0,5-11 2519,-3 33-2519,7-56 0,0 10 0,0-21 0</inkml:trace>
  <inkml:trace contextRef="#ctx0" brushRef="#br0" timeOffset="292638">14516 25798 24575,'19'-3'0,"23"3"0,16-2 0,6 1 0,-17 1 0,1 0 0,25 0 0,-7 0 0,-16 0 0,-14 0 0,-24 3 0,3 0 0,2 4 0,2-4 0,1 3 0,3-5 0,4 2 0,-5-3 0,5 0 0,-13 0 0,-3 2 0,-6 15 0,-5 23 0,1 4 0,-2 9 0,-4-4 0,-2 3 0,-1 0 0,1 15 0,-3 1 0,0-13 0,-3 2 0,0-3 0,-4 10 0,0-4 0,1-6 0,1-4 0,3-4 0,0-5 0,-2-8 0,9-27 0,1-3 0,-2-3 0,3 0 0,0 0 0</inkml:trace>
  <inkml:trace contextRef="#ctx0" brushRef="#br0" timeOffset="293054">14388 26626 24575,'22'3'0,"16"2"0,28-1 0,8 0 0,-17-2 0,1 0 0,-3 2 0,4 2 0,-4-3 0,8-2 0,-7 0 0,14 6 0,-10-7 0,-42 0 0,-12 0 0,0 0 0</inkml:trace>
  <inkml:trace contextRef="#ctx0" brushRef="#br0" timeOffset="295038">13737 26067 24575,'74'0'0,"-1"0"0,0 0 0,-13 2 0,4 1 0,1 0 0,0 1 0,-2-1 0,6 1 0,-3 0 0,2 1 0,3 0-964,-10 0 1,2 0-1,3 1 1,-1 0 0,-1-1-1,-4 1 964,13 2 0,-2 0 0,-3-1 0,-4 0 573,2-1 0,-4 0 0,-5 0-573,6 1 0,-19-2 0,-37-5 0,-2 0 0</inkml:trace>
  <inkml:trace contextRef="#ctx0" brushRef="#br0" timeOffset="295623">15072 26009 24575,'0'0'0</inkml:trace>
  <inkml:trace contextRef="#ctx0" brushRef="#br0" timeOffset="295871">15114 26039 24575,'12'7'0,"0"1"0,-3-5 0,0 3 0,-3-2 0,-3 1 0,0-4 0,-3 1 0</inkml:trace>
  <inkml:trace contextRef="#ctx0" brushRef="#br0" timeOffset="297655">15757 26153 24575,'-3'-3'0,"-3"0"0,-6 3 0,-3 0 0,-43-6 0,1 5 0,8-5 0,-5 0 0,-6 2 0,-2 0 0,-3-3 0,-1 1-972,0 1 1,4 2 971,21-1 0,5 2 468,-8 2-468,37 0 0,-2 0 0,0 0 0,0-3 0,-4 2 368,4-1 1,3 2 0,3 0 0</inkml:trace>
  <inkml:trace contextRef="#ctx0" brushRef="#br0" timeOffset="298390">14936 26050 21752,'-6'0'0,"-3"0"1359,2 0-1359,-1 0 476,1 0-476,-1 5 242,-2 2-242,6 2 746,13 8-746,-1-9 0,9 6 0,-8-8 0,6 8 0,5 7 0,9 3 0,-2 1 0,1-10 0,-7 1 0,2-8 0,-7 0 0,-4-5 0,-7-3 0</inkml:trace>
  <inkml:trace contextRef="#ctx0" brushRef="#br0" timeOffset="299454">14278 26022 24575,'6'0'0,"13"6"0,3 5 0,31 22 0,-11-9 0,-2 2 0,-1 0 0,1-3 0,7 10 0,-47-24 0,-6-4 0,-22-5 0,-1 0 0,-13 0 0,6 3 0,10-3 0,14 3 0,9-3 0</inkml:trace>
  <inkml:trace contextRef="#ctx0" brushRef="#br0" timeOffset="300271">14760 25297 8191,'4'23'0,"-1"10"5063,-3 12-5063,-4 12 0,2-1 1409,-5-8 0,-2 2-1409,1 24 859,-1-24 1,0-1-860,3 6 1696,1-25 0,5-19 0,0-8 0</inkml:trace>
  <inkml:trace contextRef="#ctx0" brushRef="#br0" timeOffset="300774">14626 25726 24575,'12'12'0,"3"-3"0,-5 8 0,7 3 0,-3 5 0,7 15 0,-8-15 0,-2 4 0,-3-17 0,-5-6 0,3-6 0,0-25 0,2-3 0,-4-2 0,1 11 0</inkml:trace>
  <inkml:trace contextRef="#ctx0" brushRef="#br0" timeOffset="301721">14593 26729 24575,'0'6'0,"0"26"0,0 43 0,0-36 0,0 1 0,0 7 0,0-2 0,0 21 0,0-15 0,0-12 0,0-5 0,-2-26 0,1 0 0,-2-8 0</inkml:trace>
  <inkml:trace contextRef="#ctx0" brushRef="#br0" timeOffset="302305">14579 26765 24575,'-21'13'0,"-33"13"0,24-5 0,-20 5 0,35-17 0,6-4 0,3-4 0,2 1 0,2-2 0</inkml:trace>
  <inkml:trace contextRef="#ctx0" brushRef="#br0" timeOffset="302922">14552 26740 24575,'12'5'0,"-5"-1"0,7 10 0,-1 7 0,21 27 0,1-4 0,4 8 0,-10-22 0,-17-18 0,-4-4 0,-5-8 0</inkml:trace>
  <inkml:trace contextRef="#ctx0" brushRef="#br0" timeOffset="306538">13082 25264 24575,'0'0'0</inkml:trace>
  <inkml:trace contextRef="#ctx0" brushRef="#br0" timeOffset="308787">13572 25016 24575,'58'-6'0,"0"1"0,0-1 0,0 0 0,13 1 0,0 2 0,4-2-1040,-17-1 1,2-1-1,3 0 1,0 0 0,-1 1 1039,5 2 0,3 0 0,-1 1 0,-4 0 0,-6 0 0,-4 0 0,-7 0 0,3 0 522,16 0 0,3 0 0,-15 2-522,-11 1 842,-26 0-842,3 3 0,-5 1 0,35 15 2789,-9-3-2789,-2-4 0,1-2 0,4 1 0,1-6 0,-26-5 0,-8 0 0,3 2 0,22-1 0,11 4 0,14 2 0,6 0 0,-18-2 0,2 2 0,-3 2 0,4 2 0,-5 0 0,-2-2 0,-5 0 0,21 9 0,-25-7 0,-25-10 0,-1 4 0,1-2 0,11 7 0,14 4 0,9 5 0,-10-4 0,-8-5 0,-22-5 0,-3 1 0,-3 1 0,0 15 0,0 40 0,0-3 0,0 10 0,0-36 0,-3-27 0,-3-3 0,-1-3 0,1 0 0,4 0 0</inkml:trace>
  <inkml:trace contextRef="#ctx0" brushRef="#br0" timeOffset="309304">16298 25038 24575,'36'33'0,"0"0"0,-3 10 0,-3 3 0,-7-8 0,-4 2 0,-3 19 0,-8 1 0,-8-19 0,-4-2 0,-3 6 0,-2-4 0,-15 6 0,-2-22 0,2-14 0,-16 0 0,-6 2 0,6-6 0,-2-1 0,-27 1 0,4-2 0,27-5 0,17 0 0,2-3 0,-4 2 0,-1-8 0,-10 0 0,17 2 0,-5-1 0</inkml:trace>
  <inkml:trace contextRef="#ctx0" brushRef="#br0" timeOffset="310104">16839 26541 8721,'-18'15'0,"2"-3"5108,-2 0-5108,-2 1 2739,7-6-2739,-7 9 1646,2-6-1646,-1 4 6361,3-7-6361,4-2 0,6-5 0,3 0 0,0 0 0</inkml:trace>
  <inkml:trace contextRef="#ctx0" brushRef="#br0" timeOffset="324238">14508 19638 24575,'0'60'0,"0"-13"0,0 2 0,0-2 0,0 1 0,0 4 0,0-4 0,0 5 0,0-26 0,0-5 0,0-18 0,0-2 0</inkml:trace>
  <inkml:trace contextRef="#ctx0" brushRef="#br0" timeOffset="324554">14382 19810 24575,'32'24'0,"-16"-10"0,20 9 0,1 1 0,-9-7 0,25 10 0,-42-22 0,-8-5 0</inkml:trace>
  <inkml:trace contextRef="#ctx0" brushRef="#br0" timeOffset="325306">42068 21217 24575,'8'2'0,"6"3"0,5 1 0,22-2 0,13-3 0,-4 0 0,5 1 0,-2-2 0,17-2 0,-1-1 0,8 3 0,-15-1 0,-36-4 0,-20 5 0</inkml:trace>
  <inkml:trace contextRef="#ctx0" brushRef="#br0" timeOffset="325706">42411 21003 24575,'16'3'0,"6"7"0,0 8 0,-6-3 0,-58 36 0,-10-21 0,9 2 0,1-1 0,-9-3 0,29-7 0,14-16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1T09:18:33.36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12867 13755 19542,'-6'5'0,"-1"7"2339,-4 20-2339,0 6 0,5 5 0,11 6 0,9 2 0,11 17 0,10 0-550,-3-23 0,6-1 0,6 0 550,8 1 0,7-1 0,5 1 0,2 0-638,-15-11 1,2 0 0,1 1 0,3-1-1,2 0 1,3 0 637,-7-6 0,1 0 0,4 1 0,0-1 0,3 0 0,0 0 0,2-1 0,0 1 0,1-2-348,0 1 0,3 0 1,2 0-1,1 0 0,0-1 1,1 0-1,-2-1 0,0-1 1,-2-1-1,-2 0 348,1-1 0,-2-1 0,-1-1 0,-1-1 0,0 0 0,0-1 0,1 1 0,2-1-326,-1 0 1,3 1 0,2 0 0,0-1 0,0 0 0,-2-1 0,-1-1 0,-4-1 0,-4-3 325,13 2 0,-8-4 0,-2-1 0,3-1 0,6 2-134,-12-2 1,3 1-1,4 0 1,2 1 0,1-1-1,0 1 1,-1-1 0,-2-1-1,-2 0 134,5 0 0,-2 0 0,-1-1 0,-1-1 0,1 1 0,1-1 0,3 0 0,2-1 0,4 1 0,2-1 0,1 0 0,-1 0 0,-3-1 0,-6-1 0,-6 0 0,12 0 0,-9-1 0,-3-2 0,-1-2 613,19-1 1,-2-3 0,-19-10-614,-31-10 0,-9-8 0,9-20 0,0-7 909,-9 14 1,1-2 0,0-1-910,1-3 0,0-2 0,1 3 1469,11-13 1,-2 3-1470,-5 9 0,0 3 0,-1 10 0,3 0 1329,3 1 0,4-2 0,-1-2-1329,-3-1 0,-1-2 0,0 0 0,4-1 0,1 0 0,-4 0 0,6-13 0,-10 2 0,-15 7 0,-6 2 0,0 12 0,-5-2 0,-10-10 0,-8-5 0,-3 1 0,1 6 0,-3 2 0,-5-4 0,-8-9 0,-6-6 0,-5 0 0,-5 3-1074,2 12 1,-5 1-1,-3 2 1,-2 0 0,1 1 1073,0-1 0,-1 1 0,-1 0 0,-3 2 0,-2 1-532,3 4 1,-2 2 0,-3 0 0,-1 2 0,1 2 0,0 2 531,5 6 0,2 2 0,0 3 0,-2 0 0,-3 1 0,-5-1-184,9 3 0,-3 0 0,-4 1 0,-1-1 0,-3 1 0,0 0 0,-1 1 0,1 0 0,1 2 0,2 0 184,-2 1 0,1 1 0,1 1 0,0 0 0,-1 1 0,0 1 0,-2 0 0,-2 0 0,-3 0-132,9 0 0,-2 1 0,-3 0 0,-2-1 1,0 1-1,-2 0 0,0 0 0,0 1 0,0 0 1,2 1-1,0 1 0,2 0 0,3 2 132,-9 0 0,1 2 0,0 0 0,2 2 0,0 0 0,2 0 0,1 1 0,1 0 0,1 0 0,2-1 113,-12 0 1,3 0-1,1 0 1,2 0-1,1 2 1,0 1-1,0 2-113,-3 4 0,-3 2 0,-2 1 0,4 2 0,5 0 0,9-2 0,13-1 1211,-2 4 1,7 0-1212,-20 3 0,-5 2 0,26-2 3622,37-7-3622,0-8 5416,1 22-5416,1-17 0,-1 11 0,5-19 0</inkml:trace>
  <inkml:trace contextRef="#ctx0" brushRef="#br0" timeOffset="4550">12685 17543 24575,'0'18'0,"0"31"0,0 2 0,0-4 0,0 8 0,0-2 0,3 3 0,0 0 0,-2-1 0,-1 5 0,1-7 0,3-9 0,1-5 0,-2 23 0,0-33 0,0-21 0,-3-5 0</inkml:trace>
  <inkml:trace contextRef="#ctx0" brushRef="#br0" timeOffset="5017">12335 17868 24575,'6'65'0,"8"-12"0,4-1 0,-5-16 0,2-1 0,6 15 0,1-7 0,3-19 0,-8-5 0,0-7 0,1-3 0,6 1 0,6-4 0,-11-2 0,8-4 0,-11 0 0,7-4 0,-10 3 0,-3-2 0</inkml:trace>
  <inkml:trace contextRef="#ctx0" brushRef="#br0" timeOffset="5700">15003 18092 24575,'8'56'0,"0"-20"0,0 3 0,-6 10 0,-1-1 0,12 24 0,-12-21 0,-1-6 0,6-17 0,-5 15 0,2-34 0,-3-7 0</inkml:trace>
  <inkml:trace contextRef="#ctx0" brushRef="#br0" timeOffset="6083">14936 18406 24575,'10'12'0,"1"0"0,4 3 0,7 7 0,3-2 0,8 2 0,-5-6 0,1-9 0,-8 2 0,-3-8 0,-6 1 0,-6-2 0,0 0 0</inkml:trace>
  <inkml:trace contextRef="#ctx0" brushRef="#br0" timeOffset="6718">17098 17941 24575,'3'24'0,"0"13"0,-3 4 0,0 21 0,0-23 0,0 5 0,0 2 0,0 21 0,0-15 0,0-2 0,0-1 0,0-10 0,0-33 0</inkml:trace>
  <inkml:trace contextRef="#ctx0" brushRef="#br0" timeOffset="7101">17015 18335 24575,'12'22'0,"1"-4"0,4 5 0,-5-11 0,0-4 0,0-2 0,3 0 0,8 1 0,1-3 0,-2-6 0,-8 0 0,-9-3 0</inkml:trace>
  <inkml:trace contextRef="#ctx0" brushRef="#br0" timeOffset="7835">19911 18129 24575,'0'38'0,"0"9"0,0-2 0,0 2 0,0-23 0,0-6 0,0-12 0,0-4 0</inkml:trace>
  <inkml:trace contextRef="#ctx0" brushRef="#br0" timeOffset="8551">19832 18326 24575,'-4'62'0,"3"-17"0,0 2 0,0 3 0,2 0 0,-2 2 0,2-1 0,-1-6 0,2-4 0,8 9 0,-3-14 0,5-23 0,7-56 0,-2-16 0,-7 28 0,8-23 0,-1 0 0,-12 28 0,-1 10 0,3-4 0,-6 12 0,4 7 0,-4-5 0,4-2 0,2-13 0,3-2 0,-3 2 0,4 7 0,-10 8 0,7 0 0,-7 2 0,1 2 0</inkml:trace>
  <inkml:trace contextRef="#ctx0" brushRef="#br0" timeOffset="9134">19795 17641 24575,'7'16'0,"-4"-7"0,3 30 0,-2 13 0,-3 3 0,0 5 0,1-8 0,1 3 0,-2 0-1136,-2-3 0,-2 0 0,1-3 1136,2 10 0,-2-5 0,-4-7 0,-1-2 553,6 29-553,-5-2 0,6-37 0,0-7 0</inkml:trace>
  <inkml:trace contextRef="#ctx0" brushRef="#br0" timeOffset="19066">8648 14702 24575,'17'7'0,"38"10"0,-2-2 0,8 0 0,-12-3 0,3 1 0,7-2-1946,4-2 0,8-1 1,5-1-1,3 0 0,0 0 1946,-15-1 0,2-1 0,1 0 0,2 0 0,1 0 0,1 0 0,1-1 0,-6 1 0,3-1 0,1 0 0,2 0 0,0 0 0,-1 0 0,-1-1 0,-2 1 0,-3 0 0,13 1 0,-2-1 0,-3 1 0,-1-1 0,-1 1 0,2-1 0,4-1 0,5 0 0,0 0 0,-5 0 0,-10 0 0,-15-1 429,-11 2 1,-5-1-1,47-3 1,-30 0-1,-56 0 1</inkml:trace>
  <inkml:trace contextRef="#ctx0" brushRef="#br0" timeOffset="19533">11339 14701 24575,'35'17'0,"0"0"0,11 21 0,2 5 0,7-2 0,-1 0 0,-7 3 0,-8-1 0,-10 4 0,-22-35 0,-17 17 0,-14-17 0,-27 2 0,4-6 0,0-3 0,-8-3 0,-15 5 0,64-7 0,4 0 0</inkml:trace>
  <inkml:trace contextRef="#ctx0" brushRef="#br0" timeOffset="36785">23213 10183 24575,'9'9'0,"-2"0"0,2 1 0,-3 1 0,-3-4 0,0 32 0,-7-8 0,-1 13 0,-2 7 0,-4 4 0,-4 7-1210,2-9 0,-3 6 0,0 2 1,1-3 1209,0 7 0,1-2 0,-2 3 0,-1 0 0,-2 3 0,0 1 0,-1-2-491,3-4 0,-1-2 0,0 1 0,-1 0 491,0-7 0,0 1 0,-1 1 0,0-1 0,-1 0-698,0 0 1,-2 1 0,1-1-1,-1-1 1,0-1 697,-3 5 0,-1-1 0,0-4 0,2-4 0,-8 11 0,-3-4-181,-2-7 0,-5 1 1,2-6 180,-3-2 0,-2-2 965,2 2 1,-2 3 0,3-6-966,5-6 0,4-7 1801,-11 4-1801,33-26 4909,3-6-4909,-2-3 1082,-2-6-1082,0 2 0,4-2 0,6 6 0</inkml:trace>
  <inkml:trace contextRef="#ctx0" brushRef="#br0" timeOffset="37433">22086 12356 21302,'6'0'0,"9"15"1565,9 27-1565,1 21 0,0 9 0,-3-11 0,0 0 184,-5-13 1,-1 1-1,-1-3-184,-1 2 0,-1-6 283,4 0-283,1-4 872,-2-13-872,-3-17 0,-2 0 0,-2-8 0,24 0 0,18-13 0,12-7 0,-3-2 0,6-4 0,0 0-992,-14 5 1,1 0-1,0-1 1,-2-1 991,17-8 0,-1-1 0,-8 2 0,-8 4 0,-9 2 0,3-4 0,-30 12 0,-9 7 0,-3 3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1T09:19:19.20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12380 10703 24575,'7'37'0,"7"27"0,-12-4 0,1 8 0,3-16 0,3 3 0,-2-1 0,-3-3 0,-2-1 0,2 0 0,4 24 0,1-5 0,-3-19 0,-1-5 0,5 24 0,-3-12 0,-1-38 0,-6 6 0,0 20 0,-3 9 0,-2 12 0,2-3 0,0 6 0,0 4-428,1-5 0,-1 5 0,1-1 0,0-3 428,-1 6 0,1-3 0,0-4 0,1-7 0,1-2 0,1-14 0,1-14 0,-1-31 0,2-25 0,-3 6 0,0-19 1712,0 20-1712,-3 4 0,2 5 0,-4 5 0,4 32 0,-1-11 0,13 44 0,-3-16 0,8 0 0,-3 22 0,1-9 0,-2 1 0,1-17 0,-12-29 0,-7-16 0,-1 0 0,-2-6 0,4-1 0,4-2 0,-2 5 0,3 2 0</inkml:trace>
  <inkml:trace contextRef="#ctx0" brushRef="#br0" timeOffset="831">12221 12890 24575,'19'6'0,"26"26"0,-3-8 0,-13 3 0,0 2 0,9 0 0,-2 7 0,-10-12 0,-1-10 0,-12-10 0,1-8 0,-7-9 0,14-41 0,-3 9 0,-6 7 0,0 1 0,4-1 0,-9 8 0,-4 20 0,-3 1 0,0 6 0</inkml:trace>
  <inkml:trace contextRef="#ctx0" brushRef="#br0" timeOffset="5331">42090 8693 24575,'-7'12'0,"4"-3"0,-5 3 0,-2 0 0,-2 3 0,-14 1 0,14-3 0,-17 2 0,-10 4 0,-3 7 0,8-9 0,0-1 0,-14 12 0,-10 3 0,-2 2 0,24-14 0,2 0 0,-21 10 0,2-2 0,7-9 0,24-12 0,6-6 0,12 2 0,-1-1 0,-12 2 0,-10-3 0,-32 5 0,-9 5 0,1-2 0,13 4 0,13-11 0,-3 11 0,6-10 0,1 6 0,25-8 0,6 0 0</inkml:trace>
  <inkml:trace contextRef="#ctx0" brushRef="#br0" timeOffset="6231">40985 8965 24575,'0'6'0,"0"3"0,0 0 0,3 3 0,3 0 0,6 0 0,3 0 0,21 17 0,-7-8 0,16 13 0,-10-13 0,-7-1 0,-8-5 0,4 6 0,-9-10 0,8 10 0,7 0 0,-4-3 0,1 0 0,5-2 0,-18-6 0,7 4 0,-10-8 0,-8-4 0,0-2 0</inkml:trace>
  <inkml:trace contextRef="#ctx0" brushRef="#br0" timeOffset="9198">11176 13973 15009,'6'-3'0,"0"0"4037,3 3-4037,10 0 1653,-4 0-1653,10 0 894,-15 0-894,57-11 0,-21 1 0,6-3 0,5 0 0,1 2 0,5-1 0,3-1 0,3 0-155,-11 2 1,1-1 0,3 0 0,0 0 0,2 0 0,0 1 154,6-1 0,2 0 0,0 1 0,1-1 0,-1 1 0,-3 0 0,4-1 0,-2 1 0,-1-1 0,0 0 0,0 0 0,4 0 0,1-1 0,-1 1 0,-4 0 0,-8 0 0,-5 2 0,-7 0 0,-1-1 0,24-8 0,-11 2 0,-22 6 0,3-10 0,6 4 0,-5-3 0,3-2 0,-8 7 0,3-1 0,22-12 0,2 1 0,-17 13 0,-1 0-374,0-4 0,0 0 374,-3 9 0,1 0 0,9-9 0,1-2 0,-6 8 0,1-1 1065,1-3 1,0-1-1066,-5 4 0,2-1 0,-2 0 0,3 0 0,2-1 0,13-2 0,3 1 0,2-1 0,-13 2 0,0 0 0,2-1 0,1 0-1047,11-3 0,3 0 0,-2-1 0,-4 2 1047,-7 1 0,-4 1 0,5-3 0,-5 2 0,4-3 0,3-1 0,0 0 0,-3 1-429,6-2 0,-2 0 1,1 1-1,2-1 429,-8 4 0,3-1 0,0 1 0,0-1 0,1 0 0,4-1 0,0-1 0,1-1 0,-1 2 0,-2 1-691,6-2 1,0 3 0,-3 0 0,0 0 690,-8 1 0,-1 0 0,-1 0 0,2 1 0,7-2 0,2 0 0,-2 1 0,-3 2 31,-5 3 1,-4 2-1,6-1-31,-6-1 0,6 0 0,2-1 0,-1 0 0,-6 2 0,10-1 0,-4 1 0,1-1 15,-3 0 1,2-3 0,0 1 0,-4 1-16,-3 1 0,-3 1 0,1-1 0,8-3 0,2 0 0,2-1 33,-8 4 0,3 0 1,0 0-1,2 0-33,6-3 0,2-1 0,0-1 0,1 1 0,-12 1 0,1 1 0,0-1 0,-1 0 0,-2 0 319,2 0 1,-2 1 0,-1-1 0,-2 1-320,10-4 0,-2 1 0,-4-1 0,7-4 0,0-1 0,-6 5 0,5 0 0,-1-2 0,-4-2 0,0-2 0,5-1 0,-12 7 0,4 0 0,2-1 0,0 0 0,0-1 0,-1-1 0,1 0 0,0-1 0,-1 1 0,-1 0 0,6-1 0,-2 0 0,1 1 0,2-1 0,-2 2 0,3-1 0,0 0 0,-1 1 0,-4 2-178,10-3 0,-4 3 0,5-1 178,-7 3 0,4-1 0,3 0 0,1 1 0,-1 0 0,-2 2 0,0 0 0,0 1 0,0 0 0,0-1-245,-3 0 0,0 0 1,0 0-1,0 0 1,-2 1 244,-1 1 0,0 0 0,-1 0 0,-1 1 0,-4-1 0,16-5 0,-6 0 0,6 0-143,-12 3 1,3-1 0,2 0 0,0 0 0,-1-1 142,-6 1 0,-1 0 0,-1-1 0,3 0 0,3 0 0,-2 0 0,3-1 0,3 0 0,1-1 0,-1 0 0,-1 1 0,-4 1 0,10-4 0,-3 1 0,-1 0 0,-1 1 0,0-1 0,-2 0 0,0 0 0,0 0 0,-1 0 0,1 2 0,1 0 0,0 0 0,1 1 0,-1 1 0,-2 1 64,9 0 0,-2 0 1,0 1-1,2 0-64,-8 1 0,1 0 0,0 0 0,2 1 0,-1 0 0,4 1 0,1 2 0,0 0 0,0 0 0,-2 1 0,-8 1 0,0 0 0,-1 1 0,-1 0 0,0 1 0,11-1 0,-1 1 0,0 0 0,0 0 0,-3 0 0,0 0 0,-1 1 0,0 0 0,1 0 0,-1 1 0,0 0 0,-3-1 0,6 1 0,-3-1 0,2-1 0,-11 1 0,2-1 0,0 0 0,0 1 0,-2 1 0,2 0 0,-3 0 0,-3-1 0,20-4 0,0-2 0,-7 2 0,5-1 0,-5-2 399,6-3 0,-3-3-399,-18-1 0,2-1 0,2-1 0,14-1 0,5 0 0,-2-2 794,-4 0 1,-1-1 0,0 1-795,0 1 0,0 1 0,2-2 0,-11 4 0,1-1 0,1 0 0,0 1 320,0 0 0,1 1 0,0 0 0,0 0-320,4-3 0,-1 0 0,2 0 0,1 1 0,-5 3 0,2 1 0,1 1 0,-2 0 0,-3 1-4,-3 0 0,-5 0 1,2 1-1,4 0 4,-1 2 0,4 1 0,3-1 0,2 1 0,-1 0 0,-1 0-473,9-2 0,-1 1 0,0-1 0,2 1 0,1 0 473,-4 1 0,2 0 0,1 1 0,1-1 0,1 0 0,1-1-289,-10 0 0,3 0 0,0-1 1,2 0-1,-1 0 0,-1 0 1,-2 0-1,-2 1 289,6-1 0,-3 2 0,-1-1 0,-1 1 0,1-1 0,2 0-317,-3-1 1,3 0 0,0-1 0,1 0 0,-2 1 0,-1 0 0,-2 0 316,9 0 0,-4 0 0,-1 0 0,2 1 0,5-2 0,-12 3 0,2 0 0,3-1 0,1 0 0,1 0 0,0-1 0,-1 1 0,-1 0 0,-4-1 0,-1 1 0,-1 0 0,1-1 0,-1 0 0,1 1 0,1-1 0,0 0-172,6 0 0,1-1 1,1 1-1,0 0 0,0-1 1,-1 0-1,-2 0 0,-2-1 172,-2 1 0,-2-2 0,-1 1 0,-1-1 0,-1 0 0,1 0 0,0-1-106,2 1 1,2-1-1,-1 0 1,0-1-1,-1 1 1,-2 0-1,-3 0 106,6-3 0,-3 1 0,-3-1 0,2 1 0,3 0 143,2 0 0,3 0 0,1 0 0,1 0 0,-2 1 0,-3 1-143,0 0 0,-2 0 0,-1 2 0,-1 0 0,2 1 243,2 0 0,0 2 0,1 0 0,-1 1 0,0 0-243,0-1 0,1-1 0,-1 1 0,-2 1 0,-2 1 0,2 1 0,-1 1 0,-3 1 0,-5-1 0,19-3 0,-5-2 1509,5-1 0,-7-1-1509,3-8 0,-3 1 0,2-3 0,-17-2 0,-3-1 2275,1-1 1,-1-1-2276,2-2 0,-2-4 0,-3-10 0,1-4 541,-8 12 1,2 0 0,0-3-542,6-10 0,1-3 0,-1 1 0,-1 4 0,0 0 0,-4 4 0,3-3 0,-3 3 1542,0 1 1,-8 7-1543,-17 14 75,15-10-75,-22 20 0,8 11 0,15-3 0,-12 3 0,2 0 0</inkml:trace>
  <inkml:trace contextRef="#ctx0" brushRef="#br0" timeOffset="11630">14289 12466 24575,'-6'0'0,"-19"25"0,-21 18 0,19-12 0,-2 3 0,-13 17 0,-1 4 0,4-3 0,1 1 0,0-1 0,3 0 0,6-7 0,5-4 0,-1 2 0,14 0 0,7-7 0,0 1 0,4 1 0,7-2 0,-1 3 0,13 11 0,-1-13 0,4 2 0,9 5 0,4 2 0,10 9 0,0-2 0,-15-17 0,1-2 0,15 14 0,0-3 0,2-4 0,-8-4 0,0 0 0,4-3 0,-10-6 0,-21-22 0,4 0 0,-2-6 0,3 0 0,22-5 0,12-24 0,-11 4 0,3-4 0,-4-2 0,1-3 0,-3 1-844,2-3 1,-1 0 843,21-14 0,-5 4 0,-17 9 0,4-6 0,-2-3 0,-3-7 0,-14 10 0,-4-3 0,3-24 0,-20 26 0,5 5 0,0 0 0,-5-15 843,-1 16 1,0-1-844,-7-31 0,-3 28 0,-2 1 0,-8-23 0,0 15 0,-2 2 0,-15-17 0,11 23 0,-1 1 0,-13-14 0,6 10 0,2 10 0,19 22 0,-10-6 0,8 3 0,-12-13 0,-6-5 0,-4-5 0,-9-1 0,9 8 0,-9 7 0,18 5 0,6 14 0,4 0 0,4 5 0,-5 0 0,3 0 0,2 0 0,-4 0 0,7 0 0,-13 3 0,10 1 0,-15 3 0,16-1 0,-38 5 0,1 17 0,-5 3 0,-5 4 0,6 0 0,-1 5-1202,1-1 0,-4 4 0,4-4 1202,1 2 0,2-3 0,-4 1 0,4-2 0,-4 10 0,25-25 0,2 3 0,20-9 0,2-8 0,8 0 0,-3-5 0</inkml:trace>
  <inkml:trace contextRef="#ctx0" brushRef="#br0" timeOffset="19180">14129 11129 24575,'39'44'0,"-1"0"0,1 0 0,3 0 0,-2 4 0,-11-3 0,0 7 0,-1 2 0,-4-2-876,0 4 0,-5-2 0,2 3 876,0-3 0,2 2 0,-1 1 0,-3-2 0,0 9 0,-4-1 0,0-6-36,-1 1 0,-2-6 36,-2 19 159,-7-44 1,-3-16 0,0-8 0</inkml:trace>
  <inkml:trace contextRef="#ctx0" brushRef="#br0" timeOffset="19814">14100 11863 24575,'49'50'0,"-24"-24"0,11 9 0,0 0 0,-7-4 0,12-1 0,2 1 0,-6 2 0,4-6 0,-2-1 0,-10-1 0,16 9 0,-23-14 0,19 12 0,-5-7 0,0-2 0,-7-5 0,-17-12 0,-3-3 0,0-5 0,1-13 0,-6-13 0,13-36 0,-10-6 0,4 27 0,2 0 0,1-23 0,4 26 0,-6 13 0,-8 17 0,13-4 0,-12 6 0,6 0 0,-8 5 0</inkml:trace>
  <inkml:trace contextRef="#ctx0" brushRef="#br0" timeOffset="28980">12244 11206 24575,'0'0'0</inkml:trace>
  <inkml:trace contextRef="#ctx0" brushRef="#br0" timeOffset="30581">9656 11690 24575,'42'-46'0,"-1"1"0,10-7 0,4-1 0,-10 13 0,3 1 0,6-2-1967,-8 8 1,4-3 0,3 1 0,-1 0 0,-4 3 1882,10-7 1,-4 4-1,10-4 84,-10 9 0,7-3 0,7-2 0,2-1 0,1 0 0,-2 2 0,-4 1 0,0 2 0,-4 2 0,-1 0 0,2 0 0,3-1 0,6-2-253,-13 5 1,4-1 0,3-2-1,2-1 1,2 0 0,1-1 0,2 1-1,0-1 1,0 2 0,0 1 0,-1 1 252,-4 3 0,1 1 0,1 1 0,0 0 0,1 1 0,-1 0 0,1 0 0,0 1 0,-1 0 0,0 0 0,-1 0 0,0 0-100,0-1 0,1 0 1,-1 0-1,0 0 0,-1 0 1,1 1-1,-2 0 0,0 1 1,0 0-1,-1 2 0,0 1 100,6-1 0,0 1 0,-1 1 0,-1 1 0,0 1 0,-1 1 0,-1 1 0,-2 0 0,0 1-253,2-1 1,-2 2-1,-1 0 1,-1 1-1,0 1 1,1 1 0,1 0 252,7 1 0,1 0 0,1 2 0,0 0 0,1 1 0,2 0 0,0-1-11,-11 1 1,1 0 0,1 0 0,0 0 0,1 0 0,0 1 0,1 0 0,-1 2 0,0 0 10,3 2 0,0 0 0,0 0 0,0 2 0,1 0 0,-1 1 0,0 1 0,0 1 0,-1 1 0,0 1 0,1 2 0,-1 0 0,1 2 0,-1 0 0,-2 1 0,-1 0 0,-3 1 0,-3 0 0,9 4 0,-5 1 0,-2 0 0,-1 1 0,-1 1 0,3 2 0,-4-1 0,0 1 0,2 1 0,-1 0 0,-1 1 0,-2 0 0,-3-1 0,7 3 0,-5 0 0,-1 0 0,2 1 0,3 2-5,-1 0 1,2 1 0,3 2 0,1 1 0,0 1 0,-1-1 0,-1-1 4,-6-3 0,-1 0 0,-1-1 0,0 1 0,1 0 0,2 1 0,2 2 0,-1-1 0,3 1 0,2 2 0,1 1 0,1 0 0,-1 0 0,-1-2 0,-3 0 0,-3-2 0,10 5 0,-2-1 0,-3-1 0,-1-2 0,-1 1 0,1 0 0,-2-1 0,-1-1 0,1 0 0,-2 0 0,0 0 0,-2 0 0,7 5 0,0 1 0,-2 0 0,-3-2 0,-5-1 521,8 7 0,-5-2 0,-1 2-521,-8-7 0,2 1 0,-2 2 0,-6 2 0,1 13 0,-6 3 0,-5-2 543,-1 10 1,-2 2-544,0-3 0,2 6 0,-3-2 0,-5-8 0,-2 0 0,-1 4 389,-4-9 0,-1 3 0,1 3 0,0 0 0,-1-1-389,4 10 0,0-2 0,-1 3 0,0 4 0,-5-10 0,0 3 0,-1 4 0,0 0 0,-1-1 0,-1-3-143,1 6 1,-2-2 0,0-2 0,-1 1 0,-1-1 142,-1-3 0,-1 1 0,-1-1 0,-1-2 0,-1-1 0,-2 4 0,-1-3 0,-2 0 0,-3-1-120,-4-2 1,-2-1-1,-4 0 1,-4 0 119,-5 3 0,-6 0 0,-3-1 0,-3 2 0,0-4 0,-3 3 0,-3-1 0,-1-1 0,-1-3-240,2-6 0,-1-2 0,-1-1 0,-2-2 1,-2-2 239,-2 1 0,-4 0 0,-1-3 0,2-3 0,3-5 0,-5 0 0,3-7 0,-8 2-140,9-6 0,-6 1 0,-4 1 0,-2 0 0,0-1 0,1-3 140,-8 1 0,2-2 0,-2-2 0,-3 0 0,-4 1 0,18-6 0,-4 1 0,-1 0 0,-3 0 0,-1 0 0,0-1 0,0-1 0,1 0 0,2-2 0,-3 0 0,1-2 0,-1 0 0,2-1 0,-1-1 0,1-1 0,0 0 0,0-1 0,-6 0 0,0-1 0,0 0 0,1-2 0,0 0 0,2-2 0,1 0 0,1-1 0,2-1 0,2-1 0,-1-2 0,-1 0 0,-2-1 0,1-1 0,0 0 0,-2-1 0,0-2 0,-3 0 0,-2-2 0,-3-1-133,12 0 1,-3 0 0,-2-2 0,-1 0 0,-3-2 0,0 0 0,0 0 0,0-1 0,-1 1 0,2-1 0,1 1 132,1 0 0,1-1 0,0 1 0,-1-1 0,1 0 0,0 0 0,0 0 0,0-1 0,-1 1 0,1-1 0,-1 0 0,3 0 0,-1 1 0,-1-1 0,-1-1 0,0 1 0,1-1 0,0 1 0,1-1 0,1 1 0,3 0 0,1 0 0,2 0 0,-9-2 0,2-1 0,1 0 0,3 1 0,1 0 0,2 1 0,2-1 0,0 1 92,-14-5 1,4 0 0,2 0-1,0 1 1,-1 1-93,0 0 0,-1 2 0,1-1 0,-1 1 0,-1-2 0,10 3 0,-1-1 0,-1 0 0,1 0 0,0-1 0,-1 1 0,1 0 0,0 1 0,-1-1 0,1 0 0,1 0 0,2 1 173,-3-2 1,0 0-1,3 0 1,0 0 0,3 0-174,-3 0 0,2-1 0,2 1 0,4 0 0,1-2 0,3 1 0,0-3 670,-8-6 0,-2-2 0,0-2-670,7 3 0,0 0 0,-1-2 0,0-1 0,-4-3 0,-1-2 0,1 0 0,1 1 0,3 4 0,1 0 0,1 0 0,2 1 628,-7-7 1,2 0 0,1 2-629,4 3 0,0 1 0,-1-1 0,-3 0 0,0-1 0,-1 1 0,2 0 0,0 0 0,-4-1 0,-2 0 0,-3-1 0,-2-1 0,1 1 241,6 2 0,0 1 1,0 0-1,-1-3-241,6 3 0,-1-3 0,-1 0 0,2 0 0,2-1 0,-6-7 0,2-1 0,3 0 0,4 1 0,1-4 0,4 0 0,2 0 0,0-2 0,2-1 0,2 1 729,6 4 0,2 0 1,0-2-730,-3-4 0,-1-2 0,0-4 0,3 1 0,0-4 0,0 1 0,2 4-377,3 5 1,2 4-1,-1-3 377,-8-18 0,-2-3 0,5 9 0,10 18 0,2 2 529,-2-6 1,-2-4 0,2 0-530,3 4 0,1 1 0,2-1 0,1-5 0,1-2 0,3 0 0,5-2 0,2 0 0,1 4 0,1 3 0,4 2 745,17-16 1,5 8-746,-2 15 0,-1 5 0,0 3 0,-6 11 220,-1-5 1,-16 23-1,-6 3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079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Discussion deck: focus on the serving behavior, measured effects, and architecture questions rather than host implementation details.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example is content-prefix reuse: Request B may have a new sequence ID. Green is already resident, violet is forced input, blue is normal free decode.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Success-only state update matters operationally, but keep the slide at the serving-contract level. Equal-length lanes and one common start are still required.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Experiment A setting: </a:t>
            </a:r>
            <a:endParaRPr lang="en-US" dirty="0"/>
          </a:p>
          <a:p>
            <a:r>
              <a:rPr dirty="0"/>
              <a:t>real Qwen3-1.7B on one CS-3/WSE-3; Pw512×Ph1024; 2×4 blocks; P_BLOCK_SIZE=256; 28 layers; dim=2048; 16 attention heads / 8 KV heads; vocab=151936; </a:t>
            </a:r>
            <a:endParaRPr lang="en-US" dirty="0"/>
          </a:p>
          <a:p>
            <a:r>
              <a:rPr dirty="0"/>
              <a:t>three device repetitions per point; </a:t>
            </a:r>
            <a:endParaRPr lang="en-US" dirty="0"/>
          </a:p>
          <a:p>
            <a:r>
              <a:rPr dirty="0"/>
              <a:t>median raw TSC converted at 0.85 GHz. </a:t>
            </a:r>
            <a:endParaRPr lang="en-US" dirty="0"/>
          </a:p>
          <a:p>
            <a:r>
              <a:rPr dirty="0"/>
              <a:t>G=255 free-decode/generated tokens per lane for every point. </a:t>
            </a:r>
            <a:endParaRPr lang="en-US" dirty="0"/>
          </a:p>
          <a:p>
            <a:r>
              <a:rPr dirty="0"/>
              <a:t>Miss: P/R/F/G=1025/0/1025/255. Partial: P=1025,G=255 with R/F=256/769,512/513,768/257. Exact: F=1,G=255,P=R+1 with R/P=256/257,512/513,768/769,1024/1025. Throughput numerator is </a:t>
            </a:r>
            <a:r>
              <a:rPr dirty="0" err="1"/>
              <a:t>batch×G</a:t>
            </a:r>
            <a:r>
              <a:rPr dirty="0"/>
              <a:t>, so partial and exact are compared on the same generated-output budget. </a:t>
            </a:r>
            <a:r>
              <a:rPr dirty="0" err="1"/>
              <a:t>bsz</a:t>
            </a:r>
            <a:r>
              <a:rPr dirty="0"/>
              <a:t> 3–4 reached the </a:t>
            </a:r>
            <a:r>
              <a:rPr dirty="0" err="1"/>
              <a:t>ht_tail</a:t>
            </a:r>
            <a:r>
              <a:rPr dirty="0"/>
              <a:t> PE-memory compile boundary and produced no TSC.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Experiment B setting: real Qwen3-1.7B on one CS-3/WSE-3; Pw512×Ph1024; 2×4 blocks; P_BLOCK_SIZE=256; 28 layers; dim=2048; 16 attention heads / 8 KV heads; vocab=151936; </a:t>
            </a:r>
            <a:r>
              <a:rPr dirty="0" err="1"/>
              <a:t>bsz</a:t>
            </a:r>
            <a:r>
              <a:rPr dirty="0"/>
              <a:t>=1; ten rounds;</a:t>
            </a:r>
            <a:endParaRPr lang="en-US" dirty="0"/>
          </a:p>
          <a:p>
            <a:r>
              <a:rPr dirty="0"/>
              <a:t> fresh sequence ID per access; </a:t>
            </a:r>
            <a:endParaRPr lang="en-US" dirty="0"/>
          </a:p>
          <a:p>
            <a:r>
              <a:rPr dirty="0"/>
              <a:t>P=512 tokens composed of a 256-token shared prefix plus 256 unique tokens; </a:t>
            </a:r>
            <a:endParaRPr lang="en-US" dirty="0"/>
          </a:p>
          <a:p>
            <a:r>
              <a:rPr dirty="0"/>
              <a:t>G=0. </a:t>
            </a:r>
            <a:endParaRPr lang="en-US" dirty="0"/>
          </a:p>
          <a:p>
            <a:r>
              <a:rPr dirty="0"/>
              <a:t>On a content-prefix hit, R=256 and F=256; </a:t>
            </a:r>
            <a:endParaRPr lang="en-US" dirty="0"/>
          </a:p>
          <a:p>
            <a:r>
              <a:rPr dirty="0"/>
              <a:t>on a miss, R=0 and F=512. </a:t>
            </a:r>
            <a:endParaRPr lang="en-US" dirty="0"/>
          </a:p>
          <a:p>
            <a:r>
              <a:rPr dirty="0"/>
              <a:t>W2/W3/W5 mean reuse distances 1/2/4; </a:t>
            </a:r>
            <a:endParaRPr lang="en-US" dirty="0"/>
          </a:p>
          <a:p>
            <a:r>
              <a:rPr dirty="0"/>
              <a:t>slot counts are 2 and 4. Because G=0, the plotted metric is logical prompt-token throughput, not generated-output throughput. W3 thrashes with 2 slots but achieves 7 hits/3 misses with 4 slots; W5 exceeds both capacities.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why the current implementation is still a toy serving setting despite using the full model for the microbenchmarks.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resembles the kernel contract required by continuous batching: per-lane cursor, active mask, forced length and completion state. It may materially change the gain for long system prompts.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mitigation loses less than one P-token block. Because the block edge is moderate, this is lower priority than ragged execution. A full solution may require per-row cursors and more on-chip addressing/control.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planner remains placement-agnostic. The fabric mechanism must still be static/count-exact or serialized through a known mux; arbitrary runtime destinations are not directly supported.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placement can use vertical gather/scatter and avoid the serpentine inter-block direction at the conceptual level, but color/queue coexistence must be audited. The 42 KiB payload is not yet compile-probed for this storage kernel.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one measured boundary slice, not a universal policy threshold. Full-target reload shifts with S, H and L_new; a true eviction decision must also add decode-to-host D2H and resume probability. E1 must measure the green band.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decision is implied on arbitrary distributed storage versus a fixed strip. The immediate ask is whether the profile abstraction and edge-strip first probe are the right decomposition.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customXml" Target="../ink/ink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customXml" Target="../ink/ink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customXml" Target="../ink/ink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customXml" Target="../ink/ink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customXml" Target="../ink/ink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customXml" Target="../ink/ink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t"/>
          <p:cNvSpPr/>
          <p:nvPr/>
        </p:nvSpPr>
        <p:spPr>
          <a:xfrm>
            <a:off x="987552" y="914400"/>
            <a:ext cx="384048" cy="38404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27048" y="960120"/>
            <a:ext cx="5486400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18181B"/>
                </a:solidFill>
                <a:latin typeface="Arial"/>
              </a:rPr>
              <a:t>WaferEngine · CS-3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3355848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6D28D9"/>
                </a:solidFill>
                <a:latin typeface="Arial"/>
              </a:rPr>
              <a:t>WEEKLY COLLABORATOR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4005072"/>
            <a:ext cx="16312896" cy="1110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00" b="1" i="0" u="none">
                <a:solidFill>
                  <a:srgbClr val="18181B"/>
                </a:solidFill>
                <a:latin typeface="Arial"/>
              </a:rPr>
              <a:t>In-PE KV Reuse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5408676"/>
            <a:ext cx="12344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3000" b="0" i="0" u="none">
                <a:solidFill>
                  <a:srgbClr val="52525B"/>
                </a:solidFill>
                <a:latin typeface="Arial"/>
              </a:rPr>
              <a:t>Measured benefits, execution constraints, and an on-wafer secondary KV tier.</a:t>
            </a:r>
          </a:p>
        </p:txBody>
      </p:sp>
      <p:sp>
        <p:nvSpPr>
          <p:cNvPr id="7" name="rule"/>
          <p:cNvSpPr/>
          <p:nvPr/>
        </p:nvSpPr>
        <p:spPr>
          <a:xfrm>
            <a:off x="987552" y="8485632"/>
            <a:ext cx="1630375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7552" y="8796528"/>
            <a:ext cx="2242899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9125712"/>
            <a:ext cx="2242899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Qwen3-1.7B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0451" y="8796528"/>
            <a:ext cx="2643395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30451" y="9125712"/>
            <a:ext cx="2643395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Real CS-3 TSC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73847" y="8796528"/>
            <a:ext cx="416575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73847" y="9125712"/>
            <a:ext cx="4165758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M1 reuse + M3 exploration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39605" y="8796528"/>
            <a:ext cx="2085141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39605" y="9125712"/>
            <a:ext cx="2085141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2026-08-11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WHAT HAS BEEN ENABLED · SERVING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A later request can reuse KV left by an earlier request</a:t>
            </a:r>
          </a:p>
        </p:txBody>
      </p:sp>
      <p:pic>
        <p:nvPicPr>
          <p:cNvPr id="4" name="figure" descr="serving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1025" y="2484882"/>
            <a:ext cx="11345949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One slot across three time steps: match the resident prefix, force only the new suffix, then continue normal decode and commit the new resident history.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CURRENT FEATURE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Resident KV is now a serving resource, not a one-request scratchpad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3159251"/>
            <a:ext cx="8010144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ROUND BEHAVIOR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3726179"/>
            <a:ext cx="8010144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Reuse, rebuild, or replace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4729733"/>
            <a:ext cx="8010144" cy="16093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52525B"/>
                </a:solidFill>
                <a:latin typeface="Arial"/>
              </a:rPr>
              <a:t>The host chooses a one-to-one resident slot assignment for the batch. The appliance starts from a shared safe prefix, receives no host KV payload on this path, and extends the slot with real prompt and sampled tokens.</a:t>
            </a:r>
          </a:p>
        </p:txBody>
      </p:sp>
      <p:sp>
        <p:nvSpPr>
          <p:cNvPr id="7" name="card"/>
          <p:cNvSpPr/>
          <p:nvPr/>
        </p:nvSpPr>
        <p:spPr>
          <a:xfrm>
            <a:off x="9528048" y="3159251"/>
            <a:ext cx="7772400" cy="4654296"/>
          </a:xfrm>
          <a:prstGeom prst="roundRect">
            <a:avLst>
              <a:gd name="adj" fmla="val 6195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0" y="3689603"/>
            <a:ext cx="67116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ENABLED SCENARIOS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4174235"/>
            <a:ext cx="54864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 i="0" u="none">
                <a:solidFill>
                  <a:srgbClr val="6D28D9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79608" y="4174235"/>
            <a:ext cx="6190488" cy="804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Hit — reuse in place; exact retains one seed, prefix forces only prompt[start:]</a:t>
            </a:r>
          </a:p>
        </p:txBody>
      </p:sp>
      <p:sp>
        <p:nvSpPr>
          <p:cNvPr id="11" name="rule"/>
          <p:cNvSpPr/>
          <p:nvPr/>
        </p:nvSpPr>
        <p:spPr>
          <a:xfrm>
            <a:off x="10058400" y="5147157"/>
            <a:ext cx="671169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0" y="5326379"/>
            <a:ext cx="54864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 i="0" u="none">
                <a:solidFill>
                  <a:srgbClr val="6D28D9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9608" y="5326379"/>
            <a:ext cx="6190488" cy="804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Miss — start at zero and rebuild the prompt by force-decode</a:t>
            </a:r>
          </a:p>
        </p:txBody>
      </p:sp>
      <p:sp>
        <p:nvSpPr>
          <p:cNvPr id="14" name="rule"/>
          <p:cNvSpPr/>
          <p:nvPr/>
        </p:nvSpPr>
        <p:spPr>
          <a:xfrm>
            <a:off x="10058400" y="6299301"/>
            <a:ext cx="671169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0" y="6478523"/>
            <a:ext cx="54864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 i="0" u="none">
                <a:solidFill>
                  <a:srgbClr val="6D28D9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9608" y="6478523"/>
            <a:ext cx="6190488" cy="804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Pressure — use an empty slot, otherwise replace one whole slot by LRU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EXPERIMENT A · REUSE LENGTH × BATCH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More reusable prefix translates into higher output throughput</a:t>
            </a:r>
          </a:p>
        </p:txBody>
      </p:sp>
      <p:pic>
        <p:nvPicPr>
          <p:cNvPr id="4" name="figure" descr="experiment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067" y="2484882"/>
            <a:ext cx="11321865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Throughput = batch×255 generated tokens / median round TSC at 0.85 GHz. Purple keeps P=1025 and reduces F as R grows; blue uses an exact resident prefix with P=R+1 and F=1.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EXPERIMENT B · SYNTHETIC LOCALITY × SLOTS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More slots help only when they cross the working-set threshold</a:t>
            </a:r>
          </a:p>
        </p:txBody>
      </p:sp>
      <p:pic>
        <p:nvPicPr>
          <p:cNvPr id="4" name="figure" descr="experiment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7765" y="2484882"/>
            <a:ext cx="11512469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Throughput = 10×512 logical prompt tokens / cumulative device TSC at 0.85 GHz. This is a G=0 pure KV-rebuild trace, so generated-output throughput would be zero by construction.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09687703-32F0-EE35-C550-4473A096B045}"/>
                  </a:ext>
                </a:extLst>
              </p14:cNvPr>
              <p14:cNvContentPartPr/>
              <p14:nvPr/>
            </p14:nvContentPartPr>
            <p14:xfrm>
              <a:off x="-360" y="2109960"/>
              <a:ext cx="13888080" cy="576036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09687703-32F0-EE35-C550-4473A096B04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-9720" y="2100600"/>
                <a:ext cx="13906800" cy="57790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2967228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6D28D9"/>
                </a:solidFill>
                <a:latin typeface="Arial"/>
              </a:rP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3698748"/>
            <a:ext cx="16312896" cy="19751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200" b="1" i="0" u="none" dirty="0">
                <a:solidFill>
                  <a:srgbClr val="18181B"/>
                </a:solidFill>
                <a:latin typeface="Arial"/>
              </a:rPr>
              <a:t>Matching works; divergent execution is still missing.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6085332"/>
            <a:ext cx="12344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3000" b="0" i="0" u="none">
                <a:solidFill>
                  <a:srgbClr val="52525B"/>
                </a:solidFill>
                <a:latin typeface="Arial"/>
              </a:rPr>
              <a:t>Today every lane in a round is forced onto one common safe start, even when its reusable prefix is longer.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LIMITATION A · RAGGED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One shared start is unfair to requests with long reusable prefixes</a:t>
            </a:r>
          </a:p>
        </p:txBody>
      </p:sp>
      <p:pic>
        <p:nvPicPr>
          <p:cNvPr id="4" name="figure" descr="ragged_exec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4321" y="3159251"/>
            <a:ext cx="9819357" cy="4270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19"/>
            <a:ext cx="16312896" cy="6537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Example: Lane A can reuse 768 tokens and Lane B only 256. The current batch starts both at 256; ragged execution would let the same PE block compute different token positions per lane.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EB45EDC-E596-3367-254A-80D27825D470}"/>
                  </a:ext>
                </a:extLst>
              </p14:cNvPr>
              <p14:cNvContentPartPr/>
              <p14:nvPr/>
            </p14:nvContentPartPr>
            <p14:xfrm>
              <a:off x="171720" y="1314360"/>
              <a:ext cx="15211440" cy="446472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EB45EDC-E596-3367-254A-80D27825D47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2360" y="1305000"/>
                <a:ext cx="15230160" cy="44834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LIMITATION B · PER-ROW KV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Seed and decode KV can produce different local reuse depths</a:t>
            </a:r>
          </a:p>
        </p:txBody>
      </p:sp>
      <p:pic>
        <p:nvPicPr>
          <p:cNvPr id="4" name="figure" descr="mixed_lay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8436" y="2484882"/>
            <a:ext cx="11871127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After a contiguous host seed and round-robin decode appends, one logical prefix can end at different local indices across PE rows. The current safe mitigation truncates to a shared boundary.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2883A266-7362-475E-5AA9-DD4C3BCB948B}"/>
                  </a:ext>
                </a:extLst>
              </p14:cNvPr>
              <p14:cNvContentPartPr/>
              <p14:nvPr/>
            </p14:nvContentPartPr>
            <p14:xfrm>
              <a:off x="1216080" y="2000520"/>
              <a:ext cx="8751960" cy="568152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2883A266-7362-475E-5AA9-DD4C3BCB948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06720" y="1991160"/>
                <a:ext cx="8770680" cy="57002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M3 INITIAL EXPLORATION · PLACEMENT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Support flexible placement through measured, static movement profiles</a:t>
            </a:r>
          </a:p>
        </p:txBody>
      </p:sp>
      <p:pic>
        <p:nvPicPr>
          <p:cNvPr id="4" name="figure" descr="m3_place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9420" y="3159251"/>
            <a:ext cx="11409159" cy="4270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19"/>
            <a:ext cx="16312896" cy="6537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Logical placement can be general, but WSE routes are not keyed by request ID. Each usable storage region should expose capacity plus measured park/reload curves for a precompiled route family.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FA34DA50-D5C9-E1A0-B25C-7C3FB0B53D19}"/>
                  </a:ext>
                </a:extLst>
              </p14:cNvPr>
              <p14:cNvContentPartPr/>
              <p14:nvPr/>
            </p14:nvContentPartPr>
            <p14:xfrm>
              <a:off x="563400" y="792720"/>
              <a:ext cx="15996600" cy="943488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FA34DA50-D5C9-E1A0-B25C-7C3FB0B53D1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54040" y="783360"/>
                <a:ext cx="16015320" cy="94536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M3 CONCRETE CANDIDATE · EDGE-ATTACHED STORAGE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A horizontal storage strip gives a simple first mechanism—and a clear capacity bill</a:t>
            </a:r>
          </a:p>
        </p:txBody>
      </p:sp>
      <p:pic>
        <p:nvPicPr>
          <p:cNvPr id="4" name="figure" descr="edg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7727" y="3159251"/>
            <a:ext cx="11592544" cy="4270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19"/>
            <a:ext cx="16312896" cy="6537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Nominal analytical sizing: 42 KiB payload per storage PE and 128 KiB/token across the eight-block model. One 1×256 strip stores about 672 tokens per block; an 8K request needs about 13 rows.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FB483C1B-014D-9E34-CC5A-AA753678759C}"/>
                  </a:ext>
                </a:extLst>
              </p14:cNvPr>
              <p14:cNvContentPartPr/>
              <p14:nvPr/>
            </p14:nvContentPartPr>
            <p14:xfrm>
              <a:off x="3113280" y="3665880"/>
              <a:ext cx="5270760" cy="312696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FB483C1B-014D-9E34-CC5A-AA753678759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03920" y="3656520"/>
                <a:ext cx="5289480" cy="31456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M3 COST MODEL · REAL CS-3 ANCHORS + ANALYTICAL CANDIDATE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At full CS-3 scale, measured host reload crosses recompute</a:t>
            </a:r>
          </a:p>
        </p:txBody>
      </p:sp>
      <p:pic>
        <p:nvPicPr>
          <p:cNvPr id="4" name="figure" descr="eviction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4500" y="2484882"/>
            <a:ext cx="12098998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Real Qwen3-1.7B, one WSE-3, Pw512×Ph1024, 2×4 blocks, bsz 1. This E10 resume-only slice crosses near 700 tokens; the green edge-strip band remains analytical.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C6C7F99E-F557-3778-10E0-15C9BAE2750E}"/>
                  </a:ext>
                </a:extLst>
              </p14:cNvPr>
              <p14:cNvContentPartPr/>
              <p14:nvPr/>
            </p14:nvContentPartPr>
            <p14:xfrm>
              <a:off x="3432960" y="2539080"/>
              <a:ext cx="11719800" cy="334836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C6C7F99E-F557-3778-10E0-15C9BAE2750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23600" y="2529720"/>
                <a:ext cx="11738520" cy="33670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QUESTIONS FOR COLLABORATORS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What should we resolve next?</a:t>
            </a:r>
          </a:p>
        </p:txBody>
      </p:sp>
      <p:sp>
        <p:nvSpPr>
          <p:cNvPr id="4" name="rule"/>
          <p:cNvSpPr/>
          <p:nvPr/>
        </p:nvSpPr>
        <p:spPr>
          <a:xfrm>
            <a:off x="987552" y="2484882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87552" y="2740913"/>
            <a:ext cx="209397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Ragged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704337"/>
            <a:ext cx="109728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 dirty="0">
                <a:solidFill>
                  <a:srgbClr val="18181B"/>
                </a:solidFill>
                <a:latin typeface="Arial"/>
              </a:rPr>
              <a:t>Prioritize per-lane starts; choose the long-prefix success workload.</a:t>
            </a:r>
          </a:p>
        </p:txBody>
      </p:sp>
      <p:sp>
        <p:nvSpPr>
          <p:cNvPr id="7" name="rule"/>
          <p:cNvSpPr/>
          <p:nvPr/>
        </p:nvSpPr>
        <p:spPr>
          <a:xfrm>
            <a:off x="987552" y="3316986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7552" y="3573018"/>
            <a:ext cx="209397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Row layout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3536441"/>
            <a:ext cx="109728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Measure bounded reuse loss before moving per-row addressing on-chip.</a:t>
            </a:r>
          </a:p>
        </p:txBody>
      </p:sp>
      <p:sp>
        <p:nvSpPr>
          <p:cNvPr id="10" name="rule"/>
          <p:cNvSpPr/>
          <p:nvPr/>
        </p:nvSpPr>
        <p:spPr>
          <a:xfrm>
            <a:off x="987552" y="4149089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4405122"/>
            <a:ext cx="209397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M3-E1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4368546"/>
            <a:ext cx="109728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Sweep park/reload by payload, distance, active rows and direction.</a:t>
            </a:r>
          </a:p>
        </p:txBody>
      </p:sp>
      <p:sp>
        <p:nvSpPr>
          <p:cNvPr id="13" name="rule"/>
          <p:cNvSpPr/>
          <p:nvPr/>
        </p:nvSpPr>
        <p:spPr>
          <a:xfrm>
            <a:off x="987552" y="4981194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87552" y="5237226"/>
            <a:ext cx="209397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Placement + policy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5200650"/>
            <a:ext cx="109728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Prototype one profiled edge strip; let measured cost drive eviction.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1291</Words>
  <Application>Microsoft Macintosh PowerPoint</Application>
  <PresentationFormat>Custom</PresentationFormat>
  <Paragraphs>85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4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Le Xu</cp:lastModifiedBy>
  <cp:revision>4</cp:revision>
  <dcterms:created xsi:type="dcterms:W3CDTF">2026-07-20T11:59:30Z</dcterms:created>
  <dcterms:modified xsi:type="dcterms:W3CDTF">2026-08-11T09:21:09Z</dcterms:modified>
</cp:coreProperties>
</file>