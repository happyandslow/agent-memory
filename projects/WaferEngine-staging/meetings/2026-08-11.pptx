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6"/>
    <p:sldId id="265" r:id="rId5"/>
    <p:sldId id="266" r:id="rId4"/>
    <p:sldId id="267" r:id="rId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079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Discussion deck: focus on the serving behavior, measured effects, and architecture questions rather than host implementation details.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example is content-prefix reuse: Request B may have a new sequence ID. Green is already resident, violet is forced input, blue is normal free decode.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Success-only state update matters operationally, but keep the slide at the serving-contract level. Equal-length lanes and one common start are still required.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At bsz=1 partial R=768 is 1.57× faster than miss; exact R=256 is 1.82×. At bsz=2 the corresponding gains are 1.54× and 1.75×. Most relative SDs are below 0.1%.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W2 is the same with two and four slots; W5 remains no-reuse with both. This isolates temporal locality from exact-ID ownership and from a real workload distribution.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why the current implementation is still a toy serving setting despite using the full model for the microbenchmarks.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resembles the kernel contract required by continuous batching: per-lane cursor, active mask, forced length and completion state. It may materially change the gain for long system prompts.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mitigation loses less than one P-token block. Because the block edge is moderate, this is lower priority than ragged execution. A full solution may require per-row cursors and more on-chip addressing/control.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planner remains placement-agnostic. The fabric mechanism must still be static/count-exact or serialized through a known mux; arbitrary runtime destinations are not directly supported.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placement can use vertical gather/scatter and avoid the serpentine inter-block direction at the conceptual level, but color/queue coexistence must be audited. The 42 KiB payload is not yet compile-probed for this storage kernel.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one measured boundary slice, not a universal policy threshold. Full-target reload shifts with S, H and L_new; a true eviction decision must also add decode-to-host D2H and resume probability. E1 must measure the green band.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decision is implied on arbitrary distributed storage versus a fixed strip. The immediate ask is whether the profile abstraction and edge-strip first probe are the right decomposition.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ot"/>
          <p:cNvSpPr/>
          <p:nvPr/>
        </p:nvSpPr>
        <p:spPr>
          <a:xfrm>
            <a:off x="987552" y="914400"/>
            <a:ext cx="384048" cy="3840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7048" y="960120"/>
            <a:ext cx="5486400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18181B"/>
                </a:solidFill>
                <a:latin typeface="Arial"/>
              </a:rPr>
              <a:t>WaferEngine · CS-3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3355848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6D28D9"/>
                </a:solidFill>
                <a:latin typeface="Arial"/>
              </a:rPr>
              <a:t>WEEKLY COLLABORATOR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4005072"/>
            <a:ext cx="16312896" cy="1110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100" b="1" u="none" i="0">
                <a:solidFill>
                  <a:srgbClr val="18181B"/>
                </a:solidFill>
                <a:latin typeface="Arial"/>
              </a:rPr>
              <a:t>In-PE KV Reuse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5408676"/>
            <a:ext cx="12344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3000" b="0" u="none" i="0">
                <a:solidFill>
                  <a:srgbClr val="52525B"/>
                </a:solidFill>
                <a:latin typeface="Arial"/>
              </a:rPr>
              <a:t>Measured benefits, execution constraints, and an on-wafer secondary KV tier.</a:t>
            </a:r>
          </a:p>
        </p:txBody>
      </p:sp>
      <p:sp>
        <p:nvSpPr>
          <p:cNvPr id="7" name="rule"/>
          <p:cNvSpPr/>
          <p:nvPr/>
        </p:nvSpPr>
        <p:spPr>
          <a:xfrm>
            <a:off x="987552" y="8485632"/>
            <a:ext cx="16303751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8796528"/>
            <a:ext cx="2242899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9125712"/>
            <a:ext cx="224289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Qwen3-1.7B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0451" y="8796528"/>
            <a:ext cx="2643395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0451" y="9125712"/>
            <a:ext cx="264339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Real CS-3 TSC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3847" y="8796528"/>
            <a:ext cx="416575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3847" y="9125712"/>
            <a:ext cx="416575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M1 reuse + M3 exploration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39605" y="8796528"/>
            <a:ext cx="2085141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39605" y="9125712"/>
            <a:ext cx="208514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2026-08-11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WHAT HAS BEEN ENABLED · SERVING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A later request can reuse KV left by an earlier request</a:t>
            </a:r>
          </a:p>
        </p:txBody>
      </p:sp>
      <p:pic>
        <p:nvPicPr>
          <p:cNvPr id="4" name="figure" descr="serving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025" y="2484882"/>
            <a:ext cx="11345949" cy="49446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7703820"/>
            <a:ext cx="16312896" cy="653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One slot across three time steps: match the resident prefix, force only the new suffix, then continue normal decode and commit the new resident history.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CURRENT FEATURE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Resident KV is now a serving resource, not a one-request scratchpad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3159251"/>
            <a:ext cx="8010144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ROUND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3726179"/>
            <a:ext cx="8010144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Reuse, rebuild, or replace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4729733"/>
            <a:ext cx="8010144" cy="160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52525B"/>
                </a:solidFill>
                <a:latin typeface="Arial"/>
              </a:rPr>
              <a:t>The host chooses a one-to-one resident slot assignment for the batch. The appliance starts from a shared safe prefix, receives no host KV payload on this path, and extends the slot with real prompt and sampled tokens.</a:t>
            </a:r>
          </a:p>
        </p:txBody>
      </p:sp>
      <p:sp>
        <p:nvSpPr>
          <p:cNvPr id="7" name="card"/>
          <p:cNvSpPr/>
          <p:nvPr/>
        </p:nvSpPr>
        <p:spPr>
          <a:xfrm>
            <a:off x="9528048" y="3159251"/>
            <a:ext cx="7772400" cy="4654296"/>
          </a:xfrm>
          <a:prstGeom prst="roundRect">
            <a:avLst>
              <a:gd name="adj" fmla="val 6195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3689603"/>
            <a:ext cx="67116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ENABLED SCENARIOS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4174235"/>
            <a:ext cx="548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1" u="none" i="0">
                <a:solidFill>
                  <a:srgbClr val="6D28D9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79608" y="4174235"/>
            <a:ext cx="6190488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Hit — reuse in place; exact retains one seed, prefix forces only prompt[start:]</a:t>
            </a:r>
          </a:p>
        </p:txBody>
      </p:sp>
      <p:sp>
        <p:nvSpPr>
          <p:cNvPr id="11" name="rule"/>
          <p:cNvSpPr/>
          <p:nvPr/>
        </p:nvSpPr>
        <p:spPr>
          <a:xfrm>
            <a:off x="10058400" y="5147157"/>
            <a:ext cx="671169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0" y="5326379"/>
            <a:ext cx="548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1" u="none" i="0">
                <a:solidFill>
                  <a:srgbClr val="6D28D9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9608" y="5326379"/>
            <a:ext cx="6190488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Miss — start at zero and rebuild the prompt by force-decode</a:t>
            </a:r>
          </a:p>
        </p:txBody>
      </p:sp>
      <p:sp>
        <p:nvSpPr>
          <p:cNvPr id="14" name="rule"/>
          <p:cNvSpPr/>
          <p:nvPr/>
        </p:nvSpPr>
        <p:spPr>
          <a:xfrm>
            <a:off x="10058400" y="6299301"/>
            <a:ext cx="6711696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0" y="6478523"/>
            <a:ext cx="548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1" u="none" i="0">
                <a:solidFill>
                  <a:srgbClr val="6D28D9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79608" y="6478523"/>
            <a:ext cx="6190488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Pressure — use an empty slot, otherwise replace one whole slot by LRU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EXPERIMENT A · REUSE LENGTH × BATCH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More reusable prefix translates into less round work</a:t>
            </a:r>
          </a:p>
        </p:txBody>
      </p:sp>
      <p:pic>
        <p:nvPicPr>
          <p:cNvPr id="4" name="figure" descr="experiment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691" y="2484882"/>
            <a:ext cx="11454617" cy="49446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7703820"/>
            <a:ext cx="16312896" cy="653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Full Qwen3-1.7B, real WSE-3, three repetitions per point. bsz 3–4 reached the PE-memory compile boundary (no TSC); partial shortens the suffix, while exact holds F=1.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EXPERIMENT B · SYNTHETIC LOCALITY × SLOTS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More slots help only when they cross the working-set threshold</a:t>
            </a:r>
          </a:p>
        </p:txBody>
      </p:sp>
      <p:pic>
        <p:nvPicPr>
          <p:cNvPr id="4" name="figure" descr="experiment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820" y="2484882"/>
            <a:ext cx="12086358" cy="49446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7703820"/>
            <a:ext cx="16312896" cy="653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Ten-round synthetic traces, fresh sequence IDs, 256-token shared prefixes. W3 thrashes with two slots but produces seven content hits with four slots: 1.69× lower TSC than no reuse.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2967228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6D28D9"/>
                </a:solidFill>
                <a:latin typeface="Arial"/>
              </a:rPr>
              <a:t>LIMITATION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3698748"/>
            <a:ext cx="16312896" cy="1975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200" b="1" u="none" i="0">
                <a:solidFill>
                  <a:srgbClr val="18181B"/>
                </a:solidFill>
                <a:latin typeface="Arial"/>
              </a:rPr>
              <a:t>Matching works; divergent execution is still missing.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6085332"/>
            <a:ext cx="12344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3000" b="0" u="none" i="0">
                <a:solidFill>
                  <a:srgbClr val="52525B"/>
                </a:solidFill>
                <a:latin typeface="Arial"/>
              </a:rPr>
              <a:t>Today every lane in a round is forced onto one common safe start, even when its reusable prefix is longer.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LIMITATION A · RAGGED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One shared start is unfair to requests with long reusable prefixes</a:t>
            </a:r>
          </a:p>
        </p:txBody>
      </p:sp>
      <p:pic>
        <p:nvPicPr>
          <p:cNvPr id="4" name="figure" descr="ragged_exec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4321" y="3159251"/>
            <a:ext cx="9819357" cy="42702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7703819"/>
            <a:ext cx="16312896" cy="653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Example: Lane A can reuse 768 tokens and Lane B only 256. The current batch starts both at 256; ragged execution would let the same PE block compute different token positions per lane.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LIMITATION B · PER-ROW KV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Seed and decode KV can produce different local reuse depths</a:t>
            </a:r>
          </a:p>
        </p:txBody>
      </p:sp>
      <p:pic>
        <p:nvPicPr>
          <p:cNvPr id="4" name="figure" descr="mixed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436" y="2484882"/>
            <a:ext cx="11871127" cy="49446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7703820"/>
            <a:ext cx="16312896" cy="653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After a contiguous host seed and round-robin decode appends, one logical prefix can end at different local indices across PE rows. The current safe mitigation truncates to a shared boundary.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M3 INITIAL EXPLORATION · PLACEMENT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Support flexible placement through measured, static movement profiles</a:t>
            </a:r>
          </a:p>
        </p:txBody>
      </p:sp>
      <p:pic>
        <p:nvPicPr>
          <p:cNvPr id="4" name="figure" descr="m3_pla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420" y="3159251"/>
            <a:ext cx="11409159" cy="42702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7703819"/>
            <a:ext cx="16312896" cy="653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Logical placement can be general, but WSE routes are not keyed by request ID. Each usable storage region should expose capacity plus measured park/reload curves for a precompiled route family.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M3 CONCRETE CANDIDATE · EDGE-ATTACHED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1348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A horizontal storage strip gives a simple first mechanism—and a clear capacity bill</a:t>
            </a:r>
          </a:p>
        </p:txBody>
      </p:sp>
      <p:pic>
        <p:nvPicPr>
          <p:cNvPr id="4" name="figure" descr="edge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727" y="3159251"/>
            <a:ext cx="11592544" cy="42702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7703819"/>
            <a:ext cx="16312896" cy="653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Nominal analytical sizing: 42 KiB payload per storage PE and 128 KiB/token across the eight-block model. One 1×256 strip stores about 672 tokens per block; an 8K request needs about 13 rows.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M3 COST MODEL · REAL CS-3 ANCHORS + ANALYTICAL CANDIDATE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At full CS-3 scale, measured host reload crosses recompute</a:t>
            </a:r>
          </a:p>
        </p:txBody>
      </p:sp>
      <p:pic>
        <p:nvPicPr>
          <p:cNvPr id="4" name="figure" descr="eviction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500" y="2484882"/>
            <a:ext cx="12098998" cy="49446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7703820"/>
            <a:ext cx="16312896" cy="653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Real Qwen3-1.7B, one WSE-3, Pw512×Ph1024, 2×4 blocks, bsz 1. This E10 resume-only slice crosses near 700 tokens; the green edge-strip band remains analytical.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QUESTIONS FOR COLLABORATORS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What should we resolve next?</a:t>
            </a:r>
          </a:p>
        </p:txBody>
      </p:sp>
      <p:sp>
        <p:nvSpPr>
          <p:cNvPr id="4" name="rule"/>
          <p:cNvSpPr/>
          <p:nvPr/>
        </p:nvSpPr>
        <p:spPr>
          <a:xfrm>
            <a:off x="987552" y="2484882"/>
            <a:ext cx="1428292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2740913"/>
            <a:ext cx="209397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Ragged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704337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Prioritize per-lane starts; choose the long-prefix success workload.</a:t>
            </a:r>
          </a:p>
        </p:txBody>
      </p:sp>
      <p:sp>
        <p:nvSpPr>
          <p:cNvPr id="7" name="rule"/>
          <p:cNvSpPr/>
          <p:nvPr/>
        </p:nvSpPr>
        <p:spPr>
          <a:xfrm>
            <a:off x="987552" y="3316986"/>
            <a:ext cx="1428292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3573018"/>
            <a:ext cx="209397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Row layout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536441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Measure bounded reuse loss before moving per-row addressing on-chip.</a:t>
            </a:r>
          </a:p>
        </p:txBody>
      </p:sp>
      <p:sp>
        <p:nvSpPr>
          <p:cNvPr id="10" name="rule"/>
          <p:cNvSpPr/>
          <p:nvPr/>
        </p:nvSpPr>
        <p:spPr>
          <a:xfrm>
            <a:off x="987552" y="4149089"/>
            <a:ext cx="1428292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405122"/>
            <a:ext cx="209397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M3-E1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368546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Sweep park/reload by payload, distance, active rows and direction.</a:t>
            </a:r>
          </a:p>
        </p:txBody>
      </p:sp>
      <p:sp>
        <p:nvSpPr>
          <p:cNvPr id="13" name="rule"/>
          <p:cNvSpPr/>
          <p:nvPr/>
        </p:nvSpPr>
        <p:spPr>
          <a:xfrm>
            <a:off x="987552" y="4981194"/>
            <a:ext cx="14282928" cy="10972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237226"/>
            <a:ext cx="209397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Placement +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200650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Prototype one profiled edge strip; let measured cost drive eviction.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798</Words>
  <Application>Microsoft Macintosh PowerPoint</Application>
  <PresentationFormat>Custom</PresentationFormat>
  <Paragraphs>166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 Xu</cp:lastModifiedBy>
  <cp:revision>2</cp:revision>
  <dcterms:created xsi:type="dcterms:W3CDTF">2026-07-20T11:59:30Z</dcterms:created>
  <dcterms:modified xsi:type="dcterms:W3CDTF">2026-07-20T11:59:59Z</dcterms:modified>
</cp:coreProperties>
</file>