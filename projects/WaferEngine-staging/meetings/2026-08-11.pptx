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Discussion deck: focus on the serving behavior, measured effects, and architecture questions rather than host implementation details.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example is content-prefix reuse: Request B may have a new sequence ID. Green is already resident, violet is forced input, blue is normal free decode.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Success-only state update matters operationally, but keep the slide at the serving-contract level. Equal-length lanes and one common start are still required.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Experiment A setting: real Qwen3-1.7B on one CS-3/WSE-3; Pw512×Ph1024; 2×4 blocks; P_BLOCK_SIZE=256; 28 layers; dim=2048; 16 attention heads / 8 KV heads; vocab=151936; three device repetitions per point; median raw TSC converted at 0.85 GHz. G=255 free-decode/generated tokens per lane for every point. Miss: P/R/F/G=1025/0/1025/255. Partial: P=1025,G=255 with R/F=256/769,512/513,768/257. Exact: F=1,G=255,P=R+1 with R/P=256/257,512/513,768/769,1024/1025. Throughput numerator is batch×G, so partial and exact are compared on the same generated-output budget. bsz 3–4 reached the ht_tail PE-memory compile boundary and produced no TSC.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Experiment B setting: real Qwen3-1.7B on one CS-3/WSE-3; Pw512×Ph1024; 2×4 blocks; P_BLOCK_SIZE=256; 28 layers; dim=2048; 16 attention heads / 8 KV heads; vocab=151936; bsz=1; ten rounds; fresh sequence ID per access; P=512 tokens composed of a 256-token shared prefix plus 256 unique tokens; G=0. On a content-prefix hit, R=256 and F=256; on a miss, R=0 and F=512. W2/W3/W5 mean reuse distances 1/2/4; slot counts are 2 and 4. Because G=0, the plotted metric is logical prompt-token throughput, not generated-output throughput. W3 thrashes with 2 slots but achieves 7 hits/3 misses with 4 slots; W5 exceeds both capacities.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why the current implementation is still a toy serving setting despite using the full model for the microbenchmarks.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resembles the kernel contract required by continuous batching: per-lane cursor, active mask, forced length and completion state. It may materially change the gain for long system prompts.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mitigation loses less than one P-token block. Because the block edge is moderate, this is lower priority than ragged execution. A full solution may require per-row cursors and more on-chip addressing/control.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planner remains placement-agnostic. The fabric mechanism must still be static/count-exact or serialized through a known mux; arbitrary runtime destinations are not directly supported.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placement can use vertical gather/scatter and avoid the serpentine inter-block direction at the conceptual level, but color/queue coexistence must be audited. The 42 KiB payload is not yet compile-probed for this storage kernel.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one measured boundary slice, not a universal policy threshold. Full-target reload shifts with S, H and L_new; a true eviction decision must also add decode-to-host D2H and resume probability. E1 must measure the green band.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decision is implied on arbitrary distributed storage versus a fixed strip. The immediate ask is whether the profile abstraction and edge-strip first probe are the right decomposition.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In-PE KV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Measured benefits, execution constraints, and an on-wafer secondary KV tier.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2643395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26433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Real CS-3 TSC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3847" y="8796528"/>
            <a:ext cx="416575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3847" y="9125712"/>
            <a:ext cx="416575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M1 reuse + M3 exploration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9605" y="8796528"/>
            <a:ext cx="208514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9605" y="9125712"/>
            <a:ext cx="208514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2026-08-11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WHAT HAS BEEN ENABLED · SERVING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 later request can reuse KV left by an earlier request</a:t>
            </a:r>
          </a:p>
        </p:txBody>
      </p:sp>
      <p:pic>
        <p:nvPicPr>
          <p:cNvPr id="4" name="figure" descr="serv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025" y="2484882"/>
            <a:ext cx="1134594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One slot across three time steps: match the resident prefix, force only the new suffix, then continue normal decode and commit the new resident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CURRENT FEATURE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Resident KV is now a serving resource, not a one-request scratchpad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801014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ROUND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26179"/>
            <a:ext cx="8010144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Reuse, rebuild, or replace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729733"/>
            <a:ext cx="8010144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52525B"/>
                </a:solidFill>
                <a:latin typeface="Arial"/>
              </a:rPr>
              <a:t>The host chooses a one-to-one resident slot assignment for the batch. The appliance starts from a shared safe prefix, receives no host KV payload on this path, and extends the slot with real prompt and sampled tokens.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3159251"/>
            <a:ext cx="7772400" cy="4654296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689603"/>
            <a:ext cx="67116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ENABLED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4174235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4174235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Hit — reuse in place; exact retains one seed, prefix forces only prompt[start:]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514715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0" y="5326379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5326379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Miss — start at zero and rebuild the prompt by force-decode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6299301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6478523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6478523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Pressure — use an empty slot, otherwise replace one whole slot by LRU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EXPERIMENT A · REUSE LENGTH × BATCH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More reusable prefix translates into higher output throughput</a:t>
            </a:r>
          </a:p>
        </p:txBody>
      </p:sp>
      <p:pic>
        <p:nvPicPr>
          <p:cNvPr id="4" name="figure" descr="experimen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067" y="2484882"/>
            <a:ext cx="11321865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Throughput = batch×255 generated tokens / median round TSC at 0.85 GHz. Purple keeps P=1025 and reduces F as R grows; blue uses an exact resident prefix with P=R+1 and F=1.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EXPERIMENT B · SYNTHETIC LOCALITY × SLOTS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More slots help only when they cross the working-set threshold</a:t>
            </a:r>
          </a:p>
        </p:txBody>
      </p:sp>
      <p:pic>
        <p:nvPicPr>
          <p:cNvPr id="4" name="figure" descr="experiment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7765" y="2484882"/>
            <a:ext cx="1151246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Throughput = 10×512 logical prompt tokens / cumulative device TSC at 0.85 GHz. This is a G=0 pure KV-rebuild trace, so generated-output throughput would be zero by construction.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96722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3698748"/>
            <a:ext cx="16312896" cy="1975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200" b="1" u="none" i="0">
                <a:solidFill>
                  <a:srgbClr val="18181B"/>
                </a:solidFill>
                <a:latin typeface="Arial"/>
              </a:rPr>
              <a:t>Matching works; divergent execution is still missing.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6085332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Today every lane in a round is forced onto one common safe start, even when its reusable prefix is longer.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LIMITATION A · RAGGED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One shared start is unfair to requests with long reusable prefixes</a:t>
            </a:r>
          </a:p>
        </p:txBody>
      </p:sp>
      <p:pic>
        <p:nvPicPr>
          <p:cNvPr id="4" name="figure" descr="ragged_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321" y="3159251"/>
            <a:ext cx="9819357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Example: Lane A can reuse 768 tokens and Lane B only 256. The current batch starts both at 256; ragged execution would let the same PE block compute different token positions per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LIMITATION B · PER-ROW KV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Seed and decode KV can produce different local reuse depths</a:t>
            </a:r>
          </a:p>
        </p:txBody>
      </p:sp>
      <p:pic>
        <p:nvPicPr>
          <p:cNvPr id="4" name="figure" descr="mixed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436" y="2484882"/>
            <a:ext cx="11871127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After a contiguous host seed and round-robin decode appends, one logical prefix can end at different local indices across PE rows. The current safe mitigation truncates to a shared boundary.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M3 INITIAL EXPLORATION · PLACEMENT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Support flexible placement through measured, static movement profiles</a:t>
            </a:r>
          </a:p>
        </p:txBody>
      </p:sp>
      <p:pic>
        <p:nvPicPr>
          <p:cNvPr id="4" name="figure" descr="m3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20" y="3159251"/>
            <a:ext cx="11409159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Logical placement can be general, but WSE routes are not keyed by request ID. Each usable storage region should expose capacity plus measured park/reload curves for a precompiled route family.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M3 CONCRETE CANDIDATE · EDGE-ATTACHED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 horizontal storage strip gives a simple first mechanism—and a clear capacity bill</a:t>
            </a:r>
          </a:p>
        </p:txBody>
      </p:sp>
      <p:pic>
        <p:nvPicPr>
          <p:cNvPr id="4" name="figure" descr="edge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727" y="3159251"/>
            <a:ext cx="11592544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Nominal analytical sizing: 42 KiB payload per storage PE and 128 KiB/token across the eight-block model. One 1×256 strip stores about 672 tokens per block; an 8K request needs about 13 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M3 COST MODEL · REAL CS-3 ANCHORS + ANALYTICAL CANDIDATE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At full CS-3 scale, measured host reload crosses recompute</a:t>
            </a:r>
          </a:p>
        </p:txBody>
      </p:sp>
      <p:pic>
        <p:nvPicPr>
          <p:cNvPr id="4" name="figure" descr="evictio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500" y="2484882"/>
            <a:ext cx="12098998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Real Qwen3-1.7B, one WSE-3, Pw512×Ph1024, 2×4 blocks, bsz 1. This E10 resume-only slice crosses near 700 tokens; the green edge-strip band remains analytical.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QUESTIONS FOR COLLABORATORS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What should we resolve next?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Ragged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Prioritize per-lane starts; choose the long-prefix success workload.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Row 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Measure bounded reuse loss before moving per-row addressing on-chip.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M3-E1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Sweep park/reload by payload, distance, active rows and direction.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Placement +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Prototype one profiled edge strip; let measured cost drive eviction.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