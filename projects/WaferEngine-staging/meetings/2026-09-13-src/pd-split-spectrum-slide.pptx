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7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4b-wide-layer Round 171. Modelling: CS-3 decode = (681K + 16.1·C) cycles at 750 MHz; H100 decode = 4.60 + 0.0489·C/1K ms (fit to measured 1K–32K); H100 prefill measured, held at the 32K rate beyond 32K (optimistic for H100); link 0.98 µs per prefix token (Le's 1.2 Tbit/s, unmeasured; API not open). GPU-streamed = KV stays on the GPU and the whole cache crosses per token. The Claude Code row is a frontier-model workload a 4B never serves (Round 168) — for completeness, not a target. Rendered by figures/render_pd_table.py.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PREFIX × DECODE · FOUR CONFIGURATIONS, ELEVEN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PD-split wins wherever it fits; above 29K, H100 only</a:t>
            </a:r>
          </a:p>
        </p:txBody>
      </p:sp>
      <p:pic>
        <p:nvPicPr>
          <p:cNvPr id="4" name="figure" descr="pd_split_spectrum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921" y="2484882"/>
            <a:ext cx="14454156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ms per request, derived from measured rates; link 1.2 Tbit/s unmeasured. PD-split decodes on the wafer, so it keeps the 29K ceiling.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Microsoft Macintosh PowerPoint</Application>
  <PresentationFormat>Custom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 Xu</cp:lastModifiedBy>
  <cp:revision>2</cp:revision>
  <dcterms:created xsi:type="dcterms:W3CDTF">2026-07-20T11:59:30Z</dcterms:created>
  <dcterms:modified xsi:type="dcterms:W3CDTF">2026-07-20T11:59:59Z</dcterms:modified>
</cp:coreProperties>
</file>