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notesSlides/notesSlide12.xml" ContentType="application/vnd.openxmlformats-officedocument.presentationml.notesSlide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62002"/>
  </p:normalViewPr>
  <p:slideViewPr>
    <p:cSldViewPr snapToGrid="0" snapToObjects="1">
      <p:cViewPr varScale="1">
        <p:scale>
          <a:sx n="62" d="100"/>
          <a:sy n="62" d="100"/>
        </p:scale>
        <p:origin x="3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8:36:18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37357 6501 24575,'-3'64'0,"-1"0"0,0 0 0,0 0 0,1 7 0,0-3 0,0-5 0,-1 5 0,1-1-2715,5-8 1,1 4 0,0-3 2714,1 10 0,0 3 0,1-15 0,1 5 0,1 3 0,0 0-363,2 2 0,1 1 0,1 1 0,0 4 363,0-11 0,-1 1 0,2 1 0,0 4 0,1 2 0,0 5-236,-2-13 0,0 4 0,1 4 0,0 3 0,1 0 0,-1 0 0,1 0 0,-1-2 0,1-3 0,-2-4 236,2 6 0,0-5 0,0-1 0,0-2 0,-1 0 0,1 1 0,0 3-353,0 3 0,1 2 0,0 3 0,0 1 0,0-3 0,-1-2 0,0-5 0,-1-7 353,2 6 0,-1-7 0,-1-3 0,1 2 140,1 7 0,1 0 0,0 2 0,-1 1-140,-3-6 0,0 1 0,-1 1 0,0 0 0,1 1 0,0 2 0,1 2 0,1-1 0,-2 1 0,-2-1 0,-1 0 0,-2 1 0,-1-1 0,-1-1 0,1-2 0,2 2 0,-1-4 0,0 1 0,-2 0 0,-2 7 0,-2 1 0,-1 0 0,0-3 177,-2-9 1,-1-4 0,0 2 0,0 2-178,1 1 0,0 3 0,-1 2 0,0-1 0,1-2 0,-2 3 0,1-2 0,0 1 0,-1 4 0,0-8 0,0 3 0,0 2 0,0 1 0,0-2 0,1-2 0,1 0 0,1-2 0,0-1 0,1 0 0,-2 4 352,0-2 0,-1 3 1,0 2-1,0-1 1,0-1-1,-1-2-352,0 1 0,-1-2 0,0-2 0,0 1 0,-1-1 54,-3 16 1,0 0-1,-1-1 1,0-2-55,0-9 0,1-3 0,-1 1 0,-1 1 0,-1 8 0,-1 1 0,1 1 0,0-1 57,2-4 1,1-2 0,0 1-1,-1 2-57,-1-7 0,-1 1 0,0 1 0,0 0 0,1 0 0,0-2 0,0 1 0,1-1 0,-1-1 0,0-2 0,-3 5 0,-1-3 0,1-1 0,1-3 0,-1 3 0,2-3 0,2-2 0,1 19 0,2-5 570,4-15 1,2-3-571,1-3 0,2 0 0,3-1 0,2-4 0,0-10 1574,8 26-1574,-8-46 1409,0-9 1,-2-4-1,-2-5 1</inkml:trace>
  <inkml:trace contextRef="#ctx0" brushRef="#br0" timeOffset="1533">39440 6230 12614,'65'-17'0,"1"-1"0,0 0 0,0 0 0,0 0 0,0 0 0,0 0 0,-1 0 0,10-2 0,-2 1 0,0 0 0,-3 0 0,-3 1 0,-3 0 0,7-2 0,-4 1 0,-5 1 0,-6 1 0,15-2 0,-15 4 4690,-14 1-4690,-19 10 2079,12 4-2079,9 0 0,10 0 0,2 4 0,7 1 0,6 1-858,-11-3 0,5 1 0,3 0 1,0-1-1,-1 2 858,-2 0 0,-2 0 0,1 0 0,1 1 0,1-1-368,9 0 0,3 0 0,0 1 0,-1-2 0,-2 1 368,-10-1 0,-3 0 0,-1 0 0,2-1 0,4 0-481,2-1 1,3 0 0,1-1 0,3 1 0,2-1-1,2 1 481,-16 0 0,2-1 0,2 1 0,0 1 0,2-1 0,1 0 0,0-1 0,1 1 0,0-1-208,0 0 0,2 0 0,1-1 0,1 0 0,0 0 0,0 0 1,0 0-1,0 0 0,-2 0 0,0 0 208,3 1 0,-1 0 0,1 0 0,-1 0 0,-1 0 0,0 0 0,-2 0 0,-1 0 0,-1 0 0,7-1 0,-1 0 0,-1 0 0,-2 0 0,-1 0 0,-2 0 0,-3 0 0,9 0 0,-5 0 0,-1 0 0,0 0 0,3 0 64,-6 0 1,1 0 0,1 0-1,1 0 1,1 0 0,1 0-65,-3 0 0,2 0 0,1 0 0,0 0 0,1 0 0,1 0 0,-1 0 0,-7 0 0,0 0 0,1 0 0,0 0 0,0 0 0,0 0 0,0 0 0,1 0-14,1 0 0,1 0 0,1 0 0,0 0 0,-1 0 0,-2 0 1,-2 0-1,-3 0 14,12 0 0,-6 0 0,-1 0 0,1 0 0,4 0 0,-7 0 0,3 0 0,3 0 0,0 0 0,-2 0 0,-2 0 0,-5 0 396,12 0 1,-5 0 0,-3 0-1,4 0-396,-6-1 0,4 1 0,0 0 0,-5 0 0,-8 1 0,17 0 0,-11 0 1501,-6-1 1,-18 4-1502,-32 2 3343,5 0-3343,-9 2 6145,2 21-6145,-3 15 0,0-6 0,0 3 82,0 3 0,0 3-82,0 14 0,0 8 0,-2-18 0,1 5 0,-2 3 0,1 2 0,1-3 0,-1 1 0,1 2 0,-1 2 0,0 0-702,1 6 1,-1 1 0,0 1 0,0 2 0,1 0 701,-1-4 0,1 2 0,0 1 0,0-1 0,0-2 0,0-4 0,1 9 0,0-4 0,0-1 0,0 2 0,1-6 0,0 1 0,1 2 0,0-1 0,0-2 0,1-4 0,0-1 0,0-1 0,1 1 0,0 2 0,-1 9 0,1 2 0,0 1 0,0 2 0,0 2 0,-1-14 0,0 1 0,1 1 0,0 1 0,-1 2 0,1-1 0,-1 2-630,1-3 0,-1 2 0,1 1 1,-1 1-1,0 0 0,0-2 0,0-3 1,0-2 629,0 13 0,-1-6 0,-1-1 0,2 3 0,0 5 0,0-10 0,0 4 0,1 4 0,0 1 0,1 1 0,-1-1 0,0-2 0,1-4 0,-1 6 0,0-4 0,1-2 0,-1 1 0,1 2 0,1 4 0,-1-11 0,0 4 0,1 1 0,0 3 0,1 0 0,-1 0 0,1 0 0,-1-2 0,0-1-422,0 2 1,0 0 0,0-1 0,-1 0 0,1-1 0,0-1-1,0-1 1,1-1 421,0 1 0,1-2 0,-1 0 0,1-2 0,0 0 0,-1-2 0,0 0 0,1 13 0,-1-2 0,0-1 0,0-2 0,0-2 0,0 4 0,-1-5 0,1 1 0,1 4-115,-2-13 1,1 3 0,0 2 0,0-1 0,0 0 0,0-3 114,-1 1 0,-1-3 0,0 0 0,0 1 0,1 3 0,1 2 0,0 3 0,0 2 0,1 1 0,-1-3 0,-1-1 0,0 1 0,-1-2 0,0-1 0,-1-1 0,1-1 0,0 11 0,-1-3 0,0 1 0,-1 0 0,0-13 0,-2 1 0,1 0 0,-1 0 0,0 0 0,-1 2 0,0-1 0,0 0 0,0 1 0,0 0 0,0 4 0,0 1 0,0 0 0,0 0 0,0 0 0,0-1 0,0 1 0,0-1 0,0-1 0,0-2 0,0 5 0,0 0 0,0-4 0,0-7 0,0 11 0,0-9 282,-3-15 0,0-12 0,2-22 0,-4-9 0</inkml:trace>
  <inkml:trace contextRef="#ctx0" brushRef="#br0" timeOffset="2732">38355 18097 24575,'56'-3'0,"0"-1"0,4 0 0,10 0 0,7-1 0,5 0 0,-21 1 0,4 0 0,2-1 0,4 0 0,2 0 0,3 1 0,3-1 0,2 0-703,-17 2 1,3 0 0,1-1 0,3 1 0,1-1 0,2 1-1,1 0 1,1 0 0,1 0 0,1 0 0,0 0 0,1 0 0,-1 0-1,0 0 620,-10 1 0,1 0 0,1 0 1,0 0-1,1 0 0,1 0 0,0 0 1,0 1-1,0-1 0,1 0 0,0 1 1,0-1-1,0 1 0,0-1 0,-1 1 1,1-1-1,-1 1 0,-1-1-44,4 1 0,0-1 0,1 1 1,-1-1-1,1 0 0,0 1 0,-1-1 1,1 1-1,-1 0 0,0-1 1,0 1-1,-1 0 0,0 0 0,-1 0 1,-1 0-1,0 0 0,-1 1 127,6-1 0,-1 1 0,0-1 0,-1 1 0,-1 0 0,0 0 0,0 0 0,-1 1 0,-1-1 0,0 0 0,1 0 0,-2 0 0,1 1 0,0-1-68,1 0 0,1 0 1,0 0-1,0 0 1,0 0-1,0 0 1,-2 0-1,0 0 0,-1 0 1,-2 0-1,-1 0 1,-3 0-1,-1 0 68,13 0 0,-4 0 0,-3 0 0,-1 0 0,-1 0 0,-1 0 0,1 0 0,2 0 0,2 0 0,0 0 0,1 0 0,0 0 0,-1 0 0,1 0 0,-2 0 0,0 0 0,5 0 0,-1 0 0,1 0 0,-2 0 0,0 0 0,-2 0 0,-3 0-339,0-1 1,-3-1 0,-2 1 0,0-1 0,1 1 0,1 0 338,8 0 0,1 1 0,2 0 0,-2 1 0,0-2 0,-4 0 284,3-1 1,-1-1-1,-2-1 1,-4 1 0,-4 0-285,6 0 0,-7 1 0,3-1 0,-8-1 0,2 0 0,0 0 0,-1 0 0,14 1 0,-1 0 0,-1 1 0,-2-1 0,0 1 0,1 0 0,-11 0 0,2 0 0,-1 0 0,-1 1 0,11 0 0,-1 0 0,0 1 850,1-1 0,-1 1 0,-3 0-850,12 2 0,-8 2 0,-25 0 0,-2 0 0,17-1 0,-2-2 666,-19 0 0,-1-2 0,10 1 0,-6 0 0,-20 0 0</inkml:trace>
  <inkml:trace contextRef="#ctx0" brushRef="#br0" timeOffset="4382">38370 11820 24575,'53'-12'0,"0"1"0,0-1 0,-2 6 0,5 1 0,-5-3 0,9-2 0,6-1 0,5 0 0,1 3-1229,-10 3 0,3 1 0,2 1 0,3 1 1,2 0-1,3 1 0,2-1 0,1-1 1114,-13 1 0,1 0 1,2-1-1,2 1 1,0-1-1,3 1 0,0 0 1,2-1-1,2 1 1,1-1-1,1 1 1,1-1-1,2 1 12,-17 0 0,3 0 1,1 0-1,2 0 1,1 0-1,1 0 0,1 0 1,1 0-1,1 0 1,0 0-1,0 0 0,1 0 1,-1 0-1,1 0 1,-1 0-1,0 0 1,-2 0-1,0 1 0,-1-1 1,-1 1-1,-2-1 103,8 1 0,-2 0 0,0 0 0,-2 0 0,0 0 0,0 0 0,-1 0 0,0 0 0,0 0 0,0 1 0,-1-1 0,1 0 0,0 1 0,0-1 0,1 0 0,0 0 0,1 0-49,-1 0 0,0 0 0,1 0 0,1 0 1,0-1-1,0 1 0,1 0 0,-1 0 0,0-1 1,0 1-1,0 0 0,-1 0 0,0 0 0,-2 0 1,0 0-1,-1 0 0,-1 0 0,-1 1 49,5-1 0,1 1 0,-2 0 0,0 0 0,-2 0 0,1 0 0,-2 0 0,-1 0 0,0 0 0,-1 0 0,-1 0 0,0 1 0,-1-1 0,-1 0 0,11 0 0,-2 0 0,-1 0 0,-2 0 0,0 0 0,-1 0 0,0 0 0,1 0 0,1 0 0,2 0 0,-6 0 0,1 0 0,3 0 0,0 0 0,1 0 0,-1 1 0,0-1 0,-2 0 0,-2 0 0,-3 0 0,-3-1 0,-5 1-31,17-1 0,-5 0 0,-5-1 1,-2 1-1,-3-1 0,-1 1 31,10 1 0,-2 0 0,-5 0 0,-8-2 0,0-3 0,-4 3 0,5 11 0,1 2 0,-7-8 0,3-1 763,-2 4 0,3 2 0,-5-2-763,26-6 0,-35 0 0,-28 0 0</inkml:trace>
  <inkml:trace contextRef="#ctx0" brushRef="#br0" timeOffset="5466">38325 9419 24575,'55'-7'0,"-6"0"0,10-1 0,4 0 0,-5 2 0,2 2 0,5 0 0,6-2-1364,-9 1 0,5 0 1,3-2-1,3 1 1,3 0-1,3-1 1,2 2 1363,-18 1 0,2-1 0,3 2 0,0-1 0,3 0 0,1 0 0,0 0 0,2 1 0,0-1 0,0 0 0,0 1 0,0-1-219,-5 1 1,1-1 0,0 1 0,1 0 0,-1-1 0,2 1 0,0 0 0,0 0 0,0 0 0,2 0 0,-1-1 0,1 1 0,0 0 0,1 0 218,-4 0 0,1-1 0,0 1 0,1 0 0,0 0 0,0-1 0,1 1 0,0 0 0,0-1 0,1 1 0,0 0 0,0 0 0,0 1 0,1-1 0,0 0 0,0 1-67,-5 0 1,2 0 0,1 1 0,0-1 0,1 1 0,1-1 0,-1 1 0,1 0 0,-1 0 0,1 0 0,-2 0 0,1 0 0,-2 0 0,0 0 0,-1 0 0,-2 0 0,-1 0 0,-1 0 66,9 0 0,-2 0 0,-2 0 0,-1 0 0,-2 0 0,0 0 0,0 0 0,-1 0 0,0 1 0,1-1 0,1 1 0,1-1 0,1 1-159,0 0 1,2 0-1,2 1 1,0-1 0,1 1-1,0 0 1,0-1 0,-1 1-1,0 0 1,-2 0 0,-1 0-1,-1 0 1,-3 0 0,-2 0 158,11 0 0,-2 0 0,-3 0 0,-2 0 0,-1 0 0,0 1 0,-1-1 0,2 1 0,1 0-38,-4 0 0,1 1 0,0-1 0,0 1 0,0 0 0,0 0 0,0 0 0,0 1 0,0-1 0,0 0 38,-2-1 0,0 1 0,1 0 0,-1 0 0,0-1 0,0 1 0,0 0 0,-1 0 0,0 1 0,-1-1 61,5 1 1,0 1 0,0 0-1,0 0 1,-1 0 0,-1 0-1,-1 0 1,-1 0 0,-2 0-62,8-1 0,0 0 0,-1 0 0,-2 0 0,-3 0 0,-3 0 0,-5 1 0,8 1 0,-4 1 0,-6-1 0,-8-1 0,8 0 0,-18-3 2303,-27-2-2303,30 0 0,-6 0 0,8 0 0,13 0 0,8 0 0,-5 0 574,-6 0 0,-1 0 0,20 0 0,-16 0 0,-47 0 0</inkml:trace>
  <inkml:trace contextRef="#ctx0" brushRef="#br0" timeOffset="6900">37997 14038 24575,'13'0'0,"-2"0"0,-2 0 0,8 0 0,2 0 0,17 0 0,9 0 0,11 0 0,6 0 0,-5 0 0,4 0 0,9 0-1019,-9-1 1,8 0 0,4 0 0,4-1 0,2 0-1,1 0 1019,-17 0 0,1 1 0,2-2 0,1 1 0,1 0 0,2 0 0,1-1 0,3 1 0,1 0-367,-7 0 1,2 0 0,1 1 0,2-1 0,2 1 0,1-1 0,0 1 0,1-1 0,1 0 0,0 1-1,0-1 1,0-1 0,-1 1 366,-7-1 0,2 1 0,0-1 0,2-1 0,-1 1 0,1 0 0,0-1 0,-1 1 0,1-1 0,-2 1 0,0-1 0,-1 1 0,-1 0 0,-2 0 0,-2 1-290,9-1 1,-3 1 0,-2 0-1,-1 0 1,-1 0 0,0 1-1,-1-1 1,1 0 0,1-1-1,1 1 1,2-2 289,-3 1 0,2-1 0,2 0 0,1-1 0,1 0 0,-1 0 0,1 0 0,-2 0 0,0-1 0,-3 1 0,-2 0 0,-2 0 0,-4 0-279,18-2 0,-6 0 0,-4 1 0,-1-1 0,0 0 0,1 0 0,4-1 279,-6 2 0,2-1 0,1 0 0,1-1 0,0 1 0,1-1 0,-2 1 0,0 0 0,-2 1-27,1 0 1,1 0 0,0 0 0,-1 0 0,-2 1-1,-2-1 1,-3 1 0,-4-1 26,19-2 0,-7 0 0,-1 0 0,4 1 0,0 2 0,5 1 0,0 1 0,-4 1 0,-8-1 644,-7-1 0,-7 1 1,3 0-645,21 0 0,3 0 0,-15 2 0,4 1 0,-9 0 0,-19 0 3069,-13 0-3069,24 0 0,9 0 0,-14 0 0,1 0 0,25 2 0,0 1 0,-21-2 0,-5 0 0,24 4 3127,-7-5-3127,-22 0 0,8 0 0,14 2 0,10 1 0,4 0 0,-10-3 0,3 1 0,2-1 0,1 0 854,-8 2 1,3-1 0,0 1 0,-2 0-1,-2-1-854,1-1 0,-2 0 0,-3 0 0,-6 0 241,19 0 0,-9 0-241,-16 0 0,-6 0 0,12 0-481,1-1 1,1 2 480,2 2 1200,2-2-1200,-45 2 0,55-3 0,-34 0 0,7 0-261,3 2 0,9 0 0,5 0 0,2 0 261,3 0 0,4 0 0,3 0 0,0 0 0,1 0 0,-11 0 0,1-1 0,1 1 0,0 0 0,-2-1 0,-2 1 0,17 0 0,-2 0 0,-3 0 0,-6 0 0,-13-2 0,1 0 0,-1 0 0</inkml:trace>
  <inkml:trace contextRef="#ctx0" brushRef="#br0" timeOffset="8766">43388 6102 24575,'-7'71'0,"0"1"0,6-33 0,-1 5 0,-2 4 0,-2 12 0,0 6 0,-1 2 0,0-4-1947,0-3 0,0-1 0,0 0 0,0 3 1,0 4 1946,0-1 0,0 4 0,0 2 0,0 3 0,1-1 0,-1 0 0,0-3 0,0-4 0,1-2 0,-1 1 0,0-1 0,1-1 0,0-1 0,0 0 0,-1 4 0,1-1 0,0-1 0,0 0 0,1-1 0,1 1 0,2-2 0,0 1 0,0-1 0,2 0 0,-2 0 0,1-1-139,-2 10 1,0-1 0,-1 0 0,1 1 0,0 0 138,1-9 0,1 2 0,0-1 0,0 1 0,-1 0 0,1 1 0,0 2 0,-1 2 0,0 0 0,1-1 0,-1-3 0,1-4 0,-1 6 0,0-4 0,1-2 0,0 3 0,0 0 0,2 2 0,-1 2 0,0-3 0,0-3 226,-2 11 1,-1-4 0,0 4-227,2-11 0,-1 4 0,0 1 0,1 1 0,-2-2 0,0-5 0,0-2 0,-1 0 0,0 1 0,2 1-669,-1 10 1,1 3 0,0 0-1,1 0 1,-1-4 668,0 2 0,0-2 0,0-1 0,1 1 0,0-10 0,1 0 0,0 0 0,1-1 0,-1 0 312,-1 7 0,1-2 0,0 1 0,1 1-312,1-5 0,0 2 0,1 0 0,1 1 0,0 1 0,0 5 0,0 2 0,0 1 0,2-2 0,1-4 0,2 3 0,2-3 0,1-2 0,0-1 0,-2-5 0,-1 0 0,1-2 0,2-2 0,5 6 0,2-3 0,-1-1 534,-4-6 0,-2-1 1,1 0-535,-1-1 0,1 0 0,-2-2 0,2 15 0,-1-6 0,-1 9 609,-5-28 0,-1-1-609,2 23 0,-2-8 0,0 5 0,-1 5 0,0 2 2360,-1 4 1,1 4-2361,0-17 0,1 2 0,-1-1 0,0 17 0,0 1 0,0-22 0,1 2 0,0-1 0,-2-1 0,-1 1 0,1-3 0,3 10 0,-1-3 0,-4-7 0,0 2 0,7 12 0,2 2 0,-5-6 0,-1 2 0,3 12 0,0-2 0,-2-20 0,-1-3 0,-3-2 0,-1-3 0,2 18 1456,-1-4 1,-2 3-1457,2-7 0,-2 3 0,-4 6 0,-3 6 0,1-1-797,1-6 1,1-1 0,-3 0 796,-3-4 0,-2-1 0,1 0 0,4-4 0,0-1 0,1-2-168,-3 8 0,0 0 168,2 13 0,2 1 0,2 0 0,0-3 0,-2-12 0,1-5 0,4 12 466,-4-40-466,5-17 0,0-3 0,0 0 0</inkml:trace>
  <inkml:trace contextRef="#ctx0" brushRef="#br0" timeOffset="11916">39177 7118 24575,'5'62'0,"-1"-17"0,-1 3 0,1 8 0,-1-1-1308,0-2 1,0-3 1307,-1-12 0,2 2 80,-1 17 1,2 6-81,1-12 0,2 4 0,-1-1 0,-2 1 0,1 1 0,-1-3 292,2 16 1,1-7-293,0 6 0,-4-40 0,-1-8 1315,0-1-1315,-3 8 554,0 11-554,2 10 0,-1-23 0,2-4 0</inkml:trace>
  <inkml:trace contextRef="#ctx0" brushRef="#br0" timeOffset="12949">39256 7103 24575,'15'2'0,"48"4"0,-13 3 0,1-6 0,-1 0 0,-1 5 0,7-2 0,-25 7 0,-7 0 0,9 7 0,-4 7 0,-3-2 0,0 9 0,-19-13 0,-2-3 0,-8 2 0,-1-7 0,-11 7 0,2-5 0,-38 10 0,27-11 0,-43 6 0,44-12 0,-15 2 0,-2 1 0,10-1 0,-29 6 0,45-13 0,-2-3 0,6 0 0,-2 0 0,0 0 0,5 0 0,2 0 0</inkml:trace>
  <inkml:trace contextRef="#ctx0" brushRef="#br0" timeOffset="13749">40249 7285 24575,'-3'-1'0,"0"7"0,3 23 0,0 32 0,0 12-515,0-30 1,0-1 514,0 29 126,0-29 1,0-1-127,4 28 0,-4 1 0,9-8 0,-5-29 0,10 29 0,0-15 776,3 11-776,-7-7 0,0-20 0,-6-12 0,-1-10 0,0-6 0,-3 0 0</inkml:trace>
  <inkml:trace contextRef="#ctx0" brushRef="#br0" timeOffset="14816">40159 7186 24575,'54'0'0,"10"0"0,11 4 0,-22-1 0,-28 4 0,-15-1 0,16 14 0,11 9 0,15 11 0,-12-11 0,12 5 0,-28-18 0,7 9 0,-14-9 0,-11-1 0,-6-5 0,-18 15 0,-2-8 0,-8 7 0,7-13 0,6-3 0,6-7 0,0 2 0,3-3 0,-3 0 0,10 2 0,1-1 0,14 2 0,3 0 0,24 3 0,-1 14 0,6-5 0,-18 6 0,-19-11 0,-8 15 0,-10 3 0,-7 18 0,-27 16 0,11-18 0,-14 3 0,27-30 0,-5-2 0,3-8 0,-10 4 0,1-8 0,1 0 0,10-3 0,8 0 0,6 0 0</inkml:trace>
  <inkml:trace contextRef="#ctx0" brushRef="#br0" timeOffset="15784">39356 5188 20065,'11'0'0,"19"12"2115,-11-4-2115,22 15 765,-29-12-765,10 2 395,-18-7-395,7 2 1235,-10 4-1235,5 4 0,-19 9 0,-7 15 0,-4-6 0,-7 12 0,10-16 0,0 3 0,43-6 0,-14-10 0,32-6 0,18-6-1271,3 0 0,6-1 0,-1-1 1271,-15 0 0,-2 0 0,3 0 0,23 0 0,4-1 0,-12 1 0,-22 0 0,-7-1 0,16 2 0,-18 3 0,-24-2 0,-6-4 0,-6 1 0</inkml:trace>
  <inkml:trace contextRef="#ctx0" brushRef="#br0" timeOffset="16466">40208 5118 24575,'7'16'0,"12"35"0,-5-11 0,1 3 0,-2-4 0,0 2 0,2 3 0,2 5 0,0 1-691,-1 5 1,-1 2-1,0-1 691,0-5 0,-1-1 0,1 1 0,0 8 0,-1 0 0,-2-10 0,-2 2 666,-6-13-666,-10-30 342,-1 0-342,-5-8 0,-19 0 0,8-3 1064,-12-3-1064,11-3 0,8-1 0,-2-1 0,1 0 0,-1-5 0,5 7 0,2 1 0</inkml:trace>
  <inkml:trace contextRef="#ctx0" brushRef="#br0" timeOffset="16882">40385 5299 24575,'6'0'0,"8"0"0,-3-3 0,9 3 0,-5-1 0,14 12 0,-16-6 0,6 4 0</inkml:trace>
  <inkml:trace contextRef="#ctx0" brushRef="#br0" timeOffset="17800">41086 5218 24575,'-12'0'0,"0"3"0,-34 7 0,26 0 0,-30 8 0,35 0 0,-21 24 0,13 24 0,4-26 0,2 4 0,9 16 0,4 1 0,-2-16 0,3 1 0,1 4 0,1 4 0,4-1 0,4 9 0,3-2 0,1 3 0,2-2 0,3-15 0,3-8 0,12-10 0,-14-15 0,-3-13 0,-5-3 0,11-28 0,-6-4 0,1-8 0,-13-7 0,-15 17 0,-12-23 0,-2 15 0,0 10 0,8 12 0,6 10 0,-2-4 0,0 1 0,5 3 0,-2 3 0,9 0 0,-5 3 0,1-1 0,-8 2 0,5 2 0,1 0 0,6 0 0</inkml:trace>
  <inkml:trace contextRef="#ctx0" brushRef="#br0" timeOffset="20632">37204 6320 14948,'-8'-3'0,"1"2"4056,-24 15-4056,-23 30 0,14-16 0,-7 5 0,-1 2-1288,-6 7 1,-1 3 0,-3 1 1287,10-11 0,-2 0 0,0 0 0,0 1 0,1 3 0,-1 0 0,1 0 0,3 0 530,-5 7 0,2 0 0,5-1-530,7-8 0,3 0 0,5 2 0,-2 27 0,10-2 2174,11 7-2174,9-19 0,2 1 0,7 0 0,2-2 0,-3-8 0,3 1 0,14 21 0,6-2 0,0-13 0,2-3-285,4 7 1,4 1 284,-1-8 0,3 3 0,0-3 0,-8-9 0,0-1 0,4 2 829,5 6 1,5 3 0,1 0 0,-2-3-830,3 2 0,-1-2 0,4 1 0,-9-8 0,3 2 0,2 0 0,-1 0 0,-3-4-610,15 11 0,-4-4 0,5 1 610,-12-8 0,5 1 0,0 0 0,-1 0 0,-4-3 0,7 5 0,-4-3 0,4 3 0,-5-7 0,3 3 0,3 1 0,-2-1 0,-2-3 0,-3-1 0,-2-3 0,-1 0 0,1 1 0,3 1 0,1 2 0,-1-2 0,0-1 0,6 2 0,-1-2 0,1-1-452,5 0 1,1 0 0,2-1 451,-12-4 0,2-1 0,2 0 0,2 0 0,0-1 0,4 1 0,1 0 0,-1-1 0,-5-1-677,11 5 0,-4-1 0,2-1 677,-10-6 0,2-1 0,-1-1 0,-7-2 0,3 2 0,2-1 0,-3-4 0,8 1 0,4-1 0,-1-1 0,0 0 0,1 0 0,2-1 0,2 0 0,2 0 0,5-1 0,0 0 0,-1-1 0,-5 0-492,-6-1 0,-4-1 0,-1 0 0,1-1 492,5 0 0,2-1 0,-2 0 0,-8-1 0,7-1 0,0 0 146,-9-1 0,6-1 1,1 1-1,-4-2-146,1 0 0,-3 0 0,3-3 0,3 0 0,4-2 0,-1-1 0,-4-3 0,-1-5 0,-5-2 0,0 0-571,-1 1 0,-2 0 1,0-1 570,-1-2 0,-1-1 0,-2 1 0,13-6 0,1 1 279,-6 4 1,4-1 0,5-1-280,-2 1 0,4-2 0,3 0 0,2-1 0,-6 2 0,3-1 0,1 0 0,0 0 0,0-1-254,0 1 1,1 0 0,-1 0 0,-1-1 0,0 0 253,-2 1 0,0 1 0,-1-1 0,-3-1 0,-5-1 0,-4-2 0,-4-1 0,-3-1 0,-3-1 92,9-10 0,-3-2 0,-9-6-92,-11-7 0,-8-5 0,-4 1 0,-3 9 0,-4 1 0,-3-1 550,-1-2 1,-3-1 0,-1 4-551,-3-3 0,0 3 0,0 1 0,0 0 593,-5-6 0,-2-2-593,1 1 0,-2-4 0,-3 9 0,-3-3 0,-1 1 1151,1 0 1,0 1 0,-1 0-1152,-9-17 0,-2 0 0,4 1 0,-2-1-91,7 24 1,-2 0-1,0-2 91,1-4 0,0-2 0,-3-2 0,-6-10 0,-3-2 0,1 3 0,5 10 0,2 1 0,-2 3 0,-1 4 0,-2 2 0,1 1 0,-11-19 0,-1 2 0,-4 1 0,-2 2 0,0 2 0,-4 2 0,9 13 0,-2 0 0,2 5 0,0 7 0,-2 2 0,-3-3 0,-5-1 0,0 2 306,4 5 0,-1 3 0,-1 0-306,-7-2 0,-3-1 0,-3 0 0,1 0 0,-5-1 0,1 0 0,2 3-1015,0 1 0,2 3 0,-1-2 1015,4 1 0,-2-2 0,-1 1 0,4 2 0,-4 0 0,3 3 0,-2-2 0,-4-1 0,-3 0 0,-2 0-121,7 1 1,-2 1 0,-3 0 0,0-1 120,7 2 0,-1 1 0,-1-1 0,-2 0 0,0 0 0,-7 0 0,-3-1 0,0 0 0,2 1 0,4 2 0,3 1 0,5 1 0,-1 0 0,-3 0 0,-1 0 0,-3 0 0,-2 0 0,1 1 0,4 2-288,2 3 0,3 2 0,0 1 0,-4-1 288,-4-3 0,-4-1 0,-2 0 0,0 1 0,3 0 0,5 3 0,2 1 0,1 1 0,-1 0 0,-1-1 0,-7 0 0,-1 0 0,-1 0 0,3 1 0,5 1 0,-10 1 0,6 2 0,-4 0 0,2-2 0,-3 1 0,0 0 0,9 1-218,-10 6 1,3 1 217,4-1 0,-4 0 0,3 2 0,7 2 0,1 1 0,1 1 0,0 0 0,0 1 0,-4 1 0,2-3 0,-4 2 0,0-1 0,3 0 0,-1 1 0,2 0 0,-4 0 50,8-2 1,-4-1 0,-2 1 0,0 1 0,2-1-51,-10 4 0,2 0 0,1 0 0,2 0 0,7-1 0,1 0 0,2-1 0,1 1 0,-15 4 0,3-1 0,10-1 2283,-8 11-2283,6-6 0,-4 4 0,1 6 0,-3 3 452,18-12 1,-4 0 0,-2 2-1,1 2-452,-1 5 0,-1 2 0,1 1 0,1-2 15,3-4 1,1-1 0,1 1-1,1 1-15,-11 12 0,2 2 0,4-4 0,-2 1 0,6-4 1582,6-2 0,7-2-1582,4 5 0,7-6 0,6 9 612,5-11-612,0 12 1369,6-19-1369,3 8 0,6-8 0,1 10 0,8 14 0,-4-16 0,4 5 0,21 17 0,-15-27 0,16 18 0,-26-35 0,-5-11 0</inkml:trace>
  <inkml:trace contextRef="#ctx0" brushRef="#br0" timeOffset="28949">39574 8195 24575,'-14'0'0,"-38"3"0,-11 1 0,-11-2-1484,16 3 1,-14 3 0,-5 1 0,1-1 1483,4-1 0,0 0 0,-2 0 0,-3 1-604,16-1 1,-1 1-1,-2 0 1,-2 1 0,-1-1-1,-3 1 604,6-1 0,-1 0 0,-2 0 0,-2 0 0,0 0 0,-2 1 0,-1 1 0,0 0 0,4 0 0,-1 1 0,-1 1 0,-2 0 0,0 1 0,0-1 0,0 1 0,0 0 0,2-1 0,1 1 0,1-2 0,0 1 0,2-1 0,1 1 0,-1-1 0,0 1 0,0 0 0,-2 1 0,-2 1-216,2-1 0,-2 1 0,-1 1 0,-2 1 0,-1-1 0,1 1 0,0 1 0,2-1 0,1 0 0,4 1 0,2-1 216,-12 5 0,5 0 0,1 1 0,3-1 0,1 1 0,0-1 0,-1 1 0,1-2 0,1 0 0,-1 1 0,2-1 0,0 0 0,3 1 0,1 0-241,-9 6 0,3-1 0,2 1 1,1 1-1,0 0 241,1 0 0,-1 1 0,2 1 0,3-2 0,6-2 168,-2 3 1,6-3 0,0 1-169,-10 4 0,0 2 0,13-7 0,6-2 0,36-21 0</inkml:trace>
  <inkml:trace contextRef="#ctx0" brushRef="#br0" timeOffset="29832">34361 8932 20713,'-6'0'0,"-6"5"1830,-34 23-1830,5 0 0,-17 10 0,14-10 654,19-12-654,-17 5 335,15-6-335,-1 2 1043,15-8-1043,8 3 0,5 2 0,7 4 0,-2 5 0,5-2 0,-3-3 0,-1-6 0,3-1 0,0 4 0,17 13 0,4 7 0,-2-8 0,6 2 0,1-1 0,6 2 0,5 0-460,5-3 1,6 0-1,2-1 1,-2-1 459,-4-2 0,-1 0 0,0-2 0,0-1 0,16 4 0,-1-2 0,-9-6 0,-12-8 0,-13-4 0,-21-4 0,-10 0 0</inkml:trace>
  <inkml:trace contextRef="#ctx0" brushRef="#br0" timeOffset="30949">28924 7083 24575,'-12'15'0,"-10"33"0,5-7 0,1 6 0,1 15 0,3 6-1398,0-10 0,0 3 0,3-5 1398,2-3 0,3-2 0,-1 17 0,2-5 1286,0-4-1286,0 10 0,-1 8 0,0-7 0,0 3-856,0-11 0,0 2 0,0-4 856,0-2 0,1-5 0,1 2 0,0-5 0,-3-5 0,1 10 0,0 7 0,-3-2 0,0 3 0,4-13 0,1 3 0,-1 1 327,0 2 1,-1 1 0,-1 0-328,1-1 0,-1 0 0,-1 0 0,-1-2 0,0-2 0,-2 2 0,0 5 0,0 1 0,-1 1 0,-2-1 0,-2 0 0,3 2-376,1 10 0,3 3 0,-1-2 376,-1-5 0,-2 0 0,2 0 0,4-11 0,1 3 0,1-3 0,0-5 0,-2 12 0,1-3 0,1-4 0,1 4 0,1-5 1601,0 5 1,2-2-1602,-1 10 0,0-1 0,0-4 0,0-4 0,-3-16 0,0-1 0,2 4 0,1-2 947,-6 17-947,6-10 1449,0-17-1449,0-28 0,0 1 0,0-11 0</inkml:trace>
  <inkml:trace contextRef="#ctx0" brushRef="#br0" timeOffset="32365">28688 7519 17628,'18'-40'0,"-7"15"3115,18-28-3115,-4 7 1190,1 13-1190,0-10 627,-4 19-627,-8 12 2015,1 3-2015,5 6 0,16 2 0,-6-6 0,9 6 0,8 1-536,4-3 1,6-1 0,4 1 535,-6 2 0,3 0 0,2 1 0,4 0-1251,4-1 1,5 0-1,3-1 1,-2 0 0,-2 1 1250,3-1 0,-1 0 0,-3 0 0,-1 0 0,-9 2 0,-2 0 0,1-1 0,3 0-350,4-1 1,4-1 0,1 0-1,-2-1 1,-5 1 349,9 0 0,-5 0 0,2 0 0,-1 0 0,3-1 0,-2 1 0,-9 0 0,13-1 0,-23 0 0,-38 0 926,2 1-926,23 2 5845,13-3-5845,-5 4 0,4 0 0,-4 0 0,0 0 0,2 0 0,-2 0 1417,-8 0 0,-2 0-1417,18 0 0,3 6 0,4 1 0,-3 0 0,-16-2 0,-3-5 0,-6 5 0,7-4 0,12 4 0,-12-5 0,-7 0 0,-3 0 0,-7 3 0,5-2 0,7 6 0,12 2 0,-5 1 0,1 0 0,6 0 0,14-2 0,-26-5 0,2 1 0,5-1 0,0 0 0,26 2 0,-13-4 0,-4 4 0,-13-5 0,0 0 0,-19 0 0,-1 0 0,-5 0 0,28 0 0,-12 0 0,7 0 0,-23 0 0,-10 0 0,-2 0 0,-2 0 0</inkml:trace>
  <inkml:trace contextRef="#ctx0" brushRef="#br0" timeOffset="33166">33343 7260 24575,'0'8'0,"-23"61"0,11-18 0,1 3 0,-3 3 0,1 0 0,0 3 0,3-1 0,8-10 0,3 2 0,-1-3 0,1 5 0,0 0-898,1-2 1,0 0-1,1 3 898,2 3 0,1 3 0,0 1 0,-1-3 0,0 8 0,0-3 0,1 1 0,1 2 0,1 0 0,-1 0 0,-2 4 0,-1 1 0,1-3-126,2-14 0,1-1 0,0 0 126,-3 5 0,-1 1 0,2-1 0,3-2 0,0-1 0,0-2 0,-1 16 0,0 0 0,0-16 0,1 2 0,0-1-145,2 19 1,1 1 144,-2-22 0,0 1 0,0-1 0,2 22 0,-1-2 0,-2-9 0,-3-1 0,0-4 0,-2-2 0,-2-5 0,0-2 0,4-2 0,0-3 0,-1 22 0,3-1 1909,-5-37-1909,-3 21 1110,6-28-1110,-6 9 341,3-12-341,-3-6 0,0-6 0,0-4 0</inkml:trace>
  <inkml:trace contextRef="#ctx0" brushRef="#br0" timeOffset="34550">28842 11222 24575,'6'0'0,"30"0"0,-1 1 0,6 1 0,16-2 0,9 1-1279,-11 1 1,6 1-1,4 0 1,0 0 1278,7-2 0,1-1 0,2 0 0,0 1-363,-11 0 0,1 1 0,1-1 0,0 1 0,0-1 363,6 0 0,1-1 0,1 0 0,-3-1 0,-4 1 0,-5 0 0,-3 0 0,-2 0 0,1 0 0,3 0 0,1 0 0,-2 0 0,-4 0 343,-1 0 1,-5 0-1,2 0-343,6 0 0,2 0 0,1 0 0,4 0 0,2 1 0,-2-2-487,-8-1 0,-1 0 0,-2 0 487,23 1 0,-5 0 0,-19-2 0,-1-1 0,-4 4 0,3 0 0,2 0 458,4 0 1,1 0 0,3 0-459,10 0 0,4 0 0,-6 0 0,3 0 0,-6 0 0,-21 0 0,-5 0 0,18 0 2620,-17 0-2620,24 0 520,-15 0-520,-2 0 1964,-20 0-1964,-5 0 880,19 0-880,-17-3 0,37 2 0,-12-2 0,-3 3 0,-5-3 0,-13-1 0,-6 0 0,2-2 0,-9 5 0,-4-1 0,-1 2 0,1-3 0,4 2 0,-1-4 0,-3 4 0,-1-2 0,-4 1 0,4 1 0,-1-2 0,-1 3 0,0-2 0,-3 1 0,0-2 0,2 3 0,-4 0 0,2 0 0</inkml:trace>
  <inkml:trace contextRef="#ctx0" brushRef="#br0" timeOffset="38299">28497 11469 24575,'4'51'0,"-1"0"0,1 15 0,-1 1 0,-2-13 0,1-2 0,-2 3 0,1-7 0,2-13 0,0-21 0,0-12 0,14 6 0,-8-3 0,7 6 0,-10-5 0,-2 3 0,1 3 0,-4 34 0,1-13 0,-2 12 0,0-26 0,3-14 0,3 4 0,3-2 0,21 7 0,12 1 0,25 4 0,6-1-1219,-13-3 0,2 0 1219,-2-1 0,4 1 0,1-2 0,5 0 0,1-3 0,-4 0 0,-16-2 0,-3-2 0,3 2 0,20 5 0,5 0 0,-11-3 0,-21-9 0,-6-1 0,28 6 0,-22-6 0,-11-3 0,-5 3 0,-6-6 0,12 5 2438,-4-3-2438,-3 2 0,2 1 0,5-2 0,-8 0 0,19 2 0,4-3 0,3 4 0,6 0 0,-4 0 0,2 0-291,13 0 0,4 0 291,-20 0 0,1 0 0,-2 0 0,14 0 0,2 0 0,-7 0 0,4 0 0,-1 0 0,-7 0 0,-1 0 0,-1 0 0,-4 0 0,-1 0 0,0 0 0,20 0 0,0 0 0,-20 0 0,0 0 0,0 0 0,15 0 0,3 0 0,-14 0 0,4 0 0,1 0 0,-3 0-1237,1 0 0,-2 0 0,1 0 1237,5 0 0,0 0 0,0 0 0,-3 0 0,-1 0 0,-4 0-82,3 3 1,1 1 81,1-4 0,4 0 0,-5 1 0,1 2 0,-1 0 0,-7-2 0,3-2 0,-6 1 0,-6 0 0,-2 0 0,11 0 0,-1 0 234,-6 0 0,-1 0-234,0 0 0,2 0 0,8 0 0,-2 0 0,12 0 3780,-8 0-3780,-27 0 208,-12 0-208,-1-5 0,-4 1 0,2-8 0,-4 0 0,-4-1 0,-2-16 0,-2 9 0,0-22 0,0 6 0,-8-19 0,3 16 0,-5-13 0,4 21 0,5-41 0,-3 24 0,2 6 0,1 2 0,0 2 0,-7-13 0,2 16 0,-4-18 0,4 6 0,3 4 0,3 18 0,0 13 0,0 6 0,0 0 0,0-16 0,0-1 0,0-4 0,3-6 0,-3 18 0,3-7 0,-3 9 0,-3 4 0,-4-13 0,0 7 0,-6-8 0,6 8 0,1 9 0,3 0 0</inkml:trace>
  <inkml:trace contextRef="#ctx0" brushRef="#br0" timeOffset="39965">28515 11257 24575,'57'-3'0,"0"-1"0,-1 0 0,1 0 0,-1 0 0,5 0 0,6 0 0,6-1 0,1 1 0,-2 0-1010,-8 1 1,-2 1 0,0 0 0,1 0 1009,3 0 0,1-1 0,-1 2 0,-4-1 0,-1 2 0,-4 0 0,1 0-113,4 0 0,1 0 0,-13 0 113,-1 0 997,-19 0-997,-3 0 0,34 0 0,-5 3 0,3 0 0,-17-2 0,2 0-30,5 1 1,4 0 0,-4 0 29,0-2 0,1 0 0,13 0 0,9 0 0,0 0 0,1 0 0,1 0 0,2 0 0,-11 0 0,1 0 0,0 0 0,-3 0 0,6 0 0,-4 0 0,0 0 0,1 0 0,1 0 0,-5 0 498,5 0 0,-3 0-498,5 0 0,-1 0 0,-11 0 0,-2 0 0,-2 0 0,-2 0-524,-7 0 0,1 0 524,12 0 0,-3 0 0,13 0-198,2 0 1,5 0 197,-13 0 0,2 0 0,-3-2 0,3 0 0,0 0 0,-5 1 0,-2 1 0,-4-1 1009,-4-2 0,-1 0-1009,17 0 0,-6 1 255,-18 0-255,-1-2 0,-2-1 1164,-4 2-1164,-5-2 477,-12 3-477,6 2 0,15-4 0,-7 0 0,19-3 0,-27 3 0,-3 1 0,-7 3 0,-6 0 0,3-3 0,0 3 0,0-3 0,3 3 0,-5-3 0,-2 3 0,-5-3 0</inkml:trace>
  <inkml:trace contextRef="#ctx0" brushRef="#br0" timeOffset="43065">28594 11539 24575,'20'0'0,"-9"0"0,41 0 0,-12-6 0,8 0 0,5 0 0,-8-1 0,-1 0 0,5-2 0,-2 0-541,26 3 541,-21-4 0,-12 7 0,0 1 0,9-4 0,-10 5 0,2-1 0,18-3 0,-1-2 0,-12 2 0,0-1 0,23-4 270,-31 5 1,-1 1-271,18 0 0,-14-3 0,-6 6 0,4-3 0,-3 4 0,10 0 0,-2 0 0,9 0 0,1 0-542,5 0 542,3 0 0,15 0 0,-2 0-676,-16 0 0,-2 0 1,6 0 675,-6 0 0,5 0 0,3 0 0,0 0 0,-1 0 0,-1 0 0,1 0 0,-1 0 0,-1 0 0,-2 0 0,6 0 0,-1 0 0,-1 0 0,-3 0 0,8 0 0,-2 0 0,-5 0 0,7 3 0,-8-1 0,-20-1 0,-2-1 0,0 3 0,-2-1 0,16-2 0,-16 0 487,18 4-487,2-4 0,-15 2 0,0 0 0,29-2 0,-15 0 0,-2 0 0,-2 0 2082,22 0-2082,-39 0 0,-4 0 0,3 0 0,-18 0 0,6 0 0,4 0 0,15 0 0,-1 0 0,2 0 0,21 0 0,9 0 0,-29 0 0,-18 2 0,4-1 0,23 7 0,-27-7 0,44 12 0,-43-8 0,14 4 0,-19-3 0,-7-5 0,-2 2 0,3-1 0,-2-1 0,-1 2 0,-4-3 0,-2 0 0,-2 0 0,-2 0 0</inkml:trace>
  <inkml:trace contextRef="#ctx0" brushRef="#br0" timeOffset="44732">28574 11840 24575,'3'-4'0,"8"8"0,31-2 0,13-2 0,-5 3 0,7 1 0,0-3 0,11-1 0,2-1 0,-1 1-946,-6 0 0,0 0 1,1 0-1,4 0 946,2 0 0,6 0 0,1 0 0,-1 0 0,-3 0 0,1 0 0,-2 0 0,-1 0 0,2 0 0,-7 0 0,1 0 0,0 0 0,0 0 0,0 0 0,-4 0 0,-1 0 0,0 0 0,0 0 0,2 0-478,5 0 1,1 0-1,1 0 1,0 0-1,2 0 478,-7 0 0,1 0 0,2 0 0,-2 0 0,0 0 0,-4 0 0,14 0 0,-3 0 0,-1 0 0,0 0 0,-11 0 0,1 0 0,0 0 0,-4 0 0,-6 0 0,25 0 0,-9 0 0,2-1 0,-7-2 0,2-1 0,-34-4 2368,-2 1-2368,17-6 3803,4-4-3803,-8 6 0,8 0 0,7 2 0,6 0 0,-1 0 0,9-2 0,1 1-286,-17 5 1,1 0 0,0 1 285,-5-1 0,-1 0 0,-3 1 0,6 0 0,-1 1 0,14-1 0,-2 0 0,9-2 0,-47 6 0,-13 0 0,25 0 0,-14 0 0,22 0 0,-33 0 0,0 0 0,-8 0 0</inkml:trace>
  <inkml:trace contextRef="#ctx0" brushRef="#br0" timeOffset="46732">28764 12173 24575,'31'4'0,"-14"-2"0,38-1 0,17-2 0,-1 1 0,7 0-1191,-17 0 1,7 0-1,2 0 1,-3 0 1190,-9 0 0,-1 0 0,-1 0 0,0 0 0,15 0 0,-1 0 0,-2 0 0,-9 0 0,-2 0 0,-3 0 651,17 0 0,-1 0-651,-1 1 0,-1-2 0,-5-1 0,-5-1 0,12-2 0,-7-2 806,-27 4-806,-15 3 0,7-4 0,18 4 2522,18-4-2522,-9 1 0,9-1 0,-5 3 0,6 1 0,-1-1-573,0-1 0,1 0 1,4 0 572,0 1 0,5 1 0,0 0 0,-5 1 0,0-1 0,-5 0 0,2 0 0,-9 0 0,3 0 0,-2 0 0,-5 0-4,19 0 0,-6 0 4,-9 0 0,-4 0 0,-5 0 0,-4 0 0,9 0 0,19 0 0,-12-6 0,-3 5 0,6 1-216,4-3 1,3 0 215,-20 3 0,2 0 0,-4 0 903,6 0 0,-3 0-903,-9 0 0,-5 0 9,1 0-9,17 0 0,-20 0 0,-3 0 474,-18 0-474,1 0 0,-3 0 0,33 0 0,11 0 0,-3 0 0,-3 0 0,-39 0 0,3 0 0,-8 0 0,3 0 0,0 0 0,3 0 0,3 0 0,-5 0 0,4 0 0,1 0 0,1 0 0,12 0 0,-13 0 0,6 0 0,-6 0 0,3 0 0,8 0 0,-6 0 0,-4 0 0,-7 0 0,-3 0 0,0 0 0,-3 0 0,0 0 0</inkml:trace>
  <inkml:trace contextRef="#ctx0" brushRef="#br0" timeOffset="49115">27753 8744 24575,'49'26'0,"0"0"0,-4 2 0,1 2 0,-1-2 0,3 3 0,-5-3 0,-1 2 0,-8-3 0,5 9 0,-28-24 0,-11-6 0,0-3 0,-49 15 0,14-4 0,-14 1 0,-3 1 0,-8 5 0,4-5 0,25-7 0,25-4 0,0-4 0,0 1 0,0 1 0,-1-2 0,1 1 0,8-2 0,12 6 0,20-2 0,26 5 0,11 3-1216,-21-4 0,1 1 0,1 0 1216,5 0 0,1-1 0,-2 0 0,16 4 0,-12-2 0,-18-4 0,-20-6 0</inkml:trace>
  <inkml:trace contextRef="#ctx0" brushRef="#br0" timeOffset="49966">28584 8814 24575,'4'27'0,"13"45"0,-2-35 0,2 2 0,5 22 0,0-2 0,7-4 0,-3 2 0,-18-42 0,0-3 0,-7-1 0,-13 8 0,-37 16 0,4-11 0,7-8 0,-1-3 0,-19-8 0,2-5 0,17-1 0,16-7 0,14 8 0,3-6 0,0 3 0,2-1 0,1 2 0</inkml:trace>
  <inkml:trace contextRef="#ctx0" brushRef="#br0" timeOffset="50715">28476 8875 24575,'38'-8'0,"-1"-1"0,-1 0 0,8-6 0,16-2 0,-46 14 0,-4 3 0,2 3 0,-3-2 0,-6 1 0,0-2 0</inkml:trace>
  <inkml:trace contextRef="#ctx0" brushRef="#br0" timeOffset="51432">29074 8702 11208,'-9'12'0,"-4"11"4957,-8 6-4957,-6 30 0,11-25 0,0 1 0,-2 23 1163,7-19 0,3 1-1163,7 9 1326,-4 21-1326,13-5 4758,2-23-4758,3-4 0,-1-21 0,4-2 0,-4-5 0,5-2 0,-1-5 0,12-31 0,0-8 0,1-12 0,-15 5 0,-11 17 0,-3 3 0,-2 4 0,1 8 0,-2 5 0</inkml:trace>
  <inkml:trace contextRef="#ctx0" brushRef="#br0" timeOffset="51632">29091 9049 24575,'-18'-11'0,"-7"-2"0,1 3 0,-6 2 0,1-2 0,2 10 0,9-4 0,0 4 0,11 0 0,2 0 0</inkml:trace>
  <inkml:trace contextRef="#ctx0" brushRef="#br0" timeOffset="52782">30512 6521 8191,'31'38'0,"-12"-15"5063,17 32-5063,-21-15 2818,-12 3-2818,-13 6 1719,-22-1-1719,9-10 6784,-8-2-6784,23-22 0,-4-8 0,14-3 0,21-3 0,26 0 0,7-3 0,4-2 0,-20 2 0,-1 0 0,9-1 0,-7 0 0,-20-1 0</inkml:trace>
  <inkml:trace contextRef="#ctx0" brushRef="#br0" timeOffset="53600">30996 6422 24575,'3'6'0,"1"10"0,5 6 0,8 24 0,-1-2 0,-3-7 0,-3-6 0,-6-20 0,5 11 0,-2-4 0,5 6 0,-5 0 0,2-5 0,-3 4 0,-3-2 0,0-2 0,-8 3 0,-7-8 0,-1-1 0,-18-1 0,-1 4 0,-4-5 0,4 2 0,11-13 0,2-4 0,1-7 0,2 1 0,4-3 0,6 7 0,3 4 0</inkml:trace>
  <inkml:trace contextRef="#ctx0" brushRef="#br0" timeOffset="54100">31055 6369 17961,'4'-2'0,"4"-2"2986,6-3-2986,3 1 1131,5-1-1131,-1 4 594,-7-3-594,2 6 1903,-9-3-1903,2 3 0,-6 0 0,0 0 0</inkml:trace>
  <inkml:trace contextRef="#ctx0" brushRef="#br0" timeOffset="55099">31504 6335 24575,'-22'51'0,"6"-16"0,-5 26 0,4-2 0,2-1 0,0 8 0,6-18 0,5-19 0,4-10 0,3-7 0,0 3 0,9 3 0,-2 1 0,10 4 0,-7-6 0,5-3 0,-9-2 0,5-6 0,-1 3 0,10-12 0,-9 1 0,16-26 0,-9 1 0,6-13 0,-11 0 0,-10 10 0,-6 6 0,0-6 0,-4 4 0,-13-17 0,3 14 0,-20-2 0,-3 15 0,-33-2 0,30 14 0,-2 1 0,-2 2 0,1 1 0,-31 6 0,35 2 0,-5 3 0,34-5 0,-10 0 0,17-4 0</inkml:trace>
  <inkml:trace contextRef="#ctx0" brushRef="#br0" timeOffset="74265">40738 7340 24575,'27'0'0,"8"0"0,7 0 0,7 0 0,3 0 0,15 0 0,5 0 0,-17 0 0,2 0 0,1 0-1942,4 0 1,1 0 0,0 0 1941,-3-2 0,0-1 0,3 1 0,2 1 0,5 1 0,0 0 0,-4-1-208,1-1 0,-2-1 0,3 1 208,-9 0 0,3 1 0,3 0 0,-2 0 0,-5-1 0,15 0 0,-4 0 0,-2-2 0,-4 0 0,0-1 0,-6 1 0,-2-1 0,-5-1 0,22-9 0,-22 7 0,12-10 0,-36 14 0,24-8 0,-10 5 0,15 3 0,8 1 0,6-1 0,2 2 1134,-18 3 1,1 2 0,1-1-1135,2-2 0,2 0 0,-5 2 0,1 4 0,-1 0 0,20-5 0,0-1 0,-20 6 0,3 1 0,-1-3 0,6 1 0,-1 0 0,-4 2 0,0 1 0,-1-1 101,-1 1 1,-2 0-1,0-1-101,19 4 0,-5-1 0,-15-2 0,-5 1 0,-8-1 0,-1 0 0,3 4 0,-2 0 0,17 5 0,-11 4 609,-8-5-609,-6 6 2131,9 11-2131,4 11 0,-2 4 0,-2-3 0,-10 0 0,-8-13 0,-1 2 0,-1 8 0,-1 3 0,2 8 0,-1 2 0,3 8 0,-4-2 0,-11-16 0,-3-1 0,5 12 0,-3-2 0,-7 15 0,-5-19 0,-5 1 0,-8 2 0,-3 0-1027,-3 3 1,-4 0 1026,-9 3 0,0-2 0,13-21 0,-2 0-240,-8 3 0,-4 3 1,-1 0 239,-8 10 0,-4 2 0,12-16 0,-4 3 0,-1-1 0,1-2 0,-4 3 0,0-4 0,0-2-363,2-4 1,0-3 0,-3-2 362,-14 2 0,-3-4 0,-4-2-379,13-7 0,-1-2 0,-2-1 0,-1 0 379,-3 1 0,0 0 0,-2-1 0,-2-2-632,5-2 1,-2-1-1,-2-1 1,3-1 0,4-1 631,-10-3 0,5-1 0,-1 0 0,8 3 0,-1 2 0,0-1 0,3-1-55,-1-2 1,3-1 0,-2 0 54,-7 2 0,-2 1 0,-1 0 0,9 0 0,-1 0 0,0 1 0,1-1 0,-8 0 0,2-1 0,-1 2 0,-2 5 0,0 2 0,7 0 0,7-1 0,6 1 385,1 4 0,0 3-385,-1 2 0,-2 2 0,-13 3 0,-1 2-145,-3 7 0,3 1 145,11-12 0,3 0 0,7 3 0,5 0 4969,-9 1-4969,5-1 0,-2 3 474,6-3 0,1 2-474,-6 1 0,2 2 0,6 1 0,2-2 0,-12 12 0,9-14 0,1 0 0,-4 8 2298,-17 11-2298,26-6 0,0-6 0,12-2 0,7-17 0,-5 33 0,6 1 0,1-12 0,1 2 0,-3 27 0,8-13 0,-3 19 0,0-34 0,0 0 0,3 6 0,-1 3 0,-2 12 0,0 0-571,3-12 0,0-1 571,0 6 0,0-2 0,2-10 0,2-1 0,1 6 0,2-1 0,9 21 0,-6-16 0,2 1 0,0-10 0,2-1 0,1-4 0,0 0 0,15 32 0,18-13 1142,-19-16-1142,27 8 0,-32-25 0,20 3 0,-14-10 0,14 2 0,9 1 0,14 7 0,4-1-600,-13-9 0,3-1 0,2 1 600,-4-1 0,3 1 0,0 0 0,-5-2 0,-3-1 0,-3-3 0,2 0 0,18 2 0,4-1 0,-8 0 0,-11 1 0,-4-1 0,14-5 0,0-2 0,-15 3 0,-4 0-221,-7-5 0,-2-1 221,7 3 0,1 0 0,-1-3 0,2 0 0,0 0 0,3 0 0,4 0 0,-1 0 0,2 0 0,3 0 0,2 0-555,-3 0 1,1 0-1,3 0 1,1 0-1,0 0 555,8 0 0,3-1 0,0 1 0,0 0 0,-3 1 0,6 0 0,-3 1 0,1 0 0,0 0 0,-12 0 0,1-1 0,0 0 0,0 1 0,-1 0 0,13 2 0,-1 0 0,-1 0 0,-2 1-14,-9-2 0,-1 1 1,0-1-1,-1 1 14,1 0 0,1 0 0,-1 1 0,-5 0 0,1 2 0,-3 0 0,-6 0 0,-1 1 0,-3 2 0,13 3 0,-4 1 0,0 5 374,5 4-374,-30-7 2829,-11-3-2829,-3-1 1867,-7 10-1867,12 12 0,3 26 0,-12-21 0,2 2-737,5 6 1,-1 1 736,-8-7 0,1 4 0,10 10 0,5 8 0,-3-1 0,-10-12 0,-2-1 0,1 3 0,4 6 0,2 3 0,0 2 0,-4-2 0,-1 6 0,-4-1 0,0-2 0,0-5 0,0 0 0,0-1 0,-1 5 0,-1 0 0,0 2 0,0 6 0,1 1 0,-1-1 0,0-7 0,-1-2 0,1 0 0,-2 4 0,0-1 0,-1-5 0,1 0 0,-1-6 0,-2-10 0,0-4 0,-3 9 0,-9 10 0,-9-22 0,0-6 0,-3 0 0,-29 20 0,19-22 0,0-2-399,-14 6 399,15-11 0,-4 0 0,-12 3 0,-5 0 0,-5 1 0,-4 0 0,10-5 0,-3 0 0,1-1-296,-14 3 0,2-3 296,3-5 0,3-3 0,23-2 0,0-1 0,-19-2 0,1-1 0,-18 5 0,25-8 0,-7 0 0,2-2-1467,-17-1 0,0-1 1467,20 1 0,-1 0 0,-1-2 0,-8-1 0,-1-2 0,-3 1-248,6 1 0,-3 1 0,0 0 1,1 0 247,2 0 0,1 0 0,0 0 0,0 1 0,-4-2 0,-2 1 0,3 0 0,5 1 0,-15 0 0,9 2 0,14 2 0,5-1 1590,-20 0-1590,15 6 0,-4 1 0,-10-1 0,-3 0-462,-4 3 1,-4 2 461,3-1 0,-5 1 0,5-1 0,0-1 0,-1 0 0,16-4 0,-6 1 0,0 0 0,5-2 0,-13 0 0,2 0 784,8 0 0,-4 1 1,6-1-785,-1-2 0,5 1 0,8 4 0,5-2 1596,-6-2-1596,29-2 0,-10 4 0,0-2 1170,-5 2-1170,9-3 0,13-4 0,5 0 0</inkml:trace>
  <inkml:trace contextRef="#ctx0" brushRef="#br0" timeOffset="82982">42462 5820 24575,'0'19'0,"0"-8"0,6 62 0,-5-17 0,3 7 0,-1 4 0,-3-16 0,0-2 0,-3 7 0,-1 2 0,4 6 0,-1 2-417,-5 2 0,0 1 417,4 1 0,2 2 0,-2-15 0,0 3 0,0 0 0,0-3 0,-1 0 0,2-2 0,0 8 0,0-3 102,-3 8 1,-1-10-103,-1-18 0,0 4 0,0 2 0,-6 27 0,7-7 0,1 7 0,-5-2 0,-1 2-659,4-18 1,1 2 0,0 2 658,-3 12 0,0 3 0,1-7 0,-1-7 0,1-2 0,3 6 0,2 4 0,1-5-218,4-5 1,0 0 217,-1 0 0,0 3 0,2-3 0,2 2 0,1-6 0,3 20 552,-1-51-552,1-6 0,10 3 0,-1-2 1989,28 12-1989,10 1 0,-24-14 0,2-1 249,5 0 0,5-1-249,10-4 0,7-1 0,-4-2 0,-4-2 0,0-1 0,10 1 0,6 0 0,-10-1 0,13 0 0,-32-5 0,-1 1 0,30 4 0,-33-5 0,2 0 0,0 0 0,-1 0 0,10 0 0,-8-4 0,-24-4 0,36-29 0,-1-15 0,-19 23 0,0-1 0,0-12 0,-3 1 0,12-9 0,-4-7 0,-4 17 0,-17 18 0,5-5 0,-9 8 0,-2-14 0,-4 14 0,-3-31 0,-2 1 0,-2-6 0,2-10 0,-2-4-360,-2 9 0,-2-3 1,0 0 359,0 1 0,0 0 0,-1 2 0,-4 6 0,-1 2 0,1-1 0,0-7 0,1-2 0,0 3-120,1 7 0,0 3 1,1 0 119,-2-16 0,0 2 0,0 2 0,0 2 0,2 14 0,1 2 0,0-4 0,0-2 0,-1-6 0,1-2 0,2-14 0,0-1 0,-3 4 0,-1 1 0,3-4 0,-1 3 0,0 20 0,-1 3 0,4 3 0,0 2 0,-4 2 0,1 0 0,3-9 0,-2-5 0,-2 2 0,-3-5 0,0 2 0,-4-15 0,0 0 0,3 17 0,0-1 0,0 5 529,-1 5 1,0 6-530,-2 1 379,7 14-379,-1 5 0,2 4 0,-3-2 0,-3 1 0,-1 0 0,3 1 0,2 6 0,5 3 0,-9-5 0,2 1 0,-10-5 0,6 2 0,-1 1 0,4 6 0,1 0 0,-2 3 0,-17 0 0,-2 0 0,-6 0 0,-6 3 0,-3 1 0,-27 8 0,12-2 0,-2 0 0,8 1 0,3 0 0,-17 5 0,9-3 0,35-6 0,-3 6 0,2-3 0,-5 7 0,11-7 0,3-1 0,5-3 0,-5 4 0,-2-1 0,-30 18 0,24-14 0,-20 14 0,-1 15 0,9-6 0,-5 13 0,22-26 0,22-11 0,-4-8 0,4 1 0</inkml:trace>
  <inkml:trace contextRef="#ctx0" brushRef="#br0" timeOffset="86449">48952 5685 24575,'-10'8'0,"-6"17"0,7-5 0,-2 23 0,4 1 0,1 21 0,2-27 0,-1 1 0,2 3 0,0 2 0,-5 4 0,1-1 0,4 22 0,-5-29 0,1 1 0,6 32 0,-2-25 0,1 2 0,1-7 0,2 3 0,1 13 0,1 0 0,0-10 0,1 0 0,4 13 0,2 2 0,0 5 0,0-3-784,0-15 1,0-2 783,-1 0 0,0 2 0,3 8 0,-2-2 0,-2-14 0,-2 1 0,3 24 0,-2 2 0,-1-10 0,-2-5 0,-3 19 0,7-1 0,-8-56 0,3 0 0,2 20 0,-2-8 0,6 19 0,0 3 1567,-5-20-1567,6 17 0,-6-24 0,9 9 0,1 4 0,4 22 0,-2-12 0,1-2 0,-4 2 0,-1-10 0,0 0 0,8 14 0,-2-10 0,2 5 0,8 16 0,-1-2-516,-11-25 0,0-1 516,8 16 0,-2-4 0,-8-14 0,21 30 0,-10-16 0,-8-13 0,2 1 0,24 26 0,-15-27 0,-3-2 0,1-2 0,4-6 516,2 0 0,4-1-516,21 5 0,-23-10 0,5-2 0,19-5 0,1-5 0,10 1 0,-15-2 0,3-2 0,-5-4 0,-5-1 0,0 2 0,-2-1 0,-4-1 0,-15 0 0,16-4 0,2-1 0,-1-5 0,-2 2 0,2-2 0,9-21 0,-23 15 0,11-12 0,-31 24 0,0-7 0,6-38 0,-6-7 0,1 14 0,0-3-1311,-7 2 0,-1-1 1311,1-20 0,0-6 0,-1 14 0,1-4 0,-1-2-528,-1-7 0,-1-2 1,1-1 527,1 19 0,0-1 0,0 0 0,-1 1 0,0-21 0,-1 1 0,-1 6 0,2 1 0,-2 2-614,-1 8 1,0-2-1,-1 10 614,1-12 0,-3 11 0,-3-9 0,1 4-242,2 3 1,0-1 241,-1-1 0,-1-4 0,0 3 0,-1-9 0,2 6 0,3 21 0,0 0 0,-3-9 0,-2-5 0,2 4 0,2-1 0,0-1 0,-2-7 0,0-5 0,0 2 0,1-5 0,1 4 0,1 9 0,1 4 0,-1-14 2048,0 14-2048,0 20 1556,-8-21-1556,-1 9 0,-7-8 2238,-1 7-2238,3 11 687,0 7-687,5 9 0,0 6 0,3 3 0,-3 0 0,3 0 0,-26-20 0,12 8 0,-19-14 0,-4-3 0,-2 0 0,-5-3 0,-8-6 0,20 14 0,0-2 0,-1 0 0,-5-1 0,0-1 0,1 1 0,-15-13 0,5 3 0,16 14 0,7 6 0,11 8 0,14 13 0,-5-5 0,4 7 0,-19 0 0,6 0 0,-44 9 0,-1-2 0,-4 8 0,0-4 0,1 8 0,1 3 0,19-6 0,-2 1 0,2 0 0,2 0-390,4-1 1,1-1 389,2-3 0,0 1 0,-5 4 0,2-1 0,-13-2 0,-7 10 0,44-20 0,14-1 0,3-3 0</inkml:trace>
  <inkml:trace contextRef="#ctx0" brushRef="#br0" timeOffset="103499">38035 9008 24575,'6'62'0,"2"3"0,1 5 0,-2-17 0,0 3 0,0-1 0,0 4 0,1-3 0,1 4 0,0-3 0,-3 7 0,-1-4 0,6 11 0,-3-1 0,-4-49 0,1-3 0,-4 7 0,4-8 0,-4 3 0,2-11 0,-3-6 0</inkml:trace>
  <inkml:trace contextRef="#ctx0" brushRef="#br0" timeOffset="104683">38295 9060 8191,'56'-24'0,"-1"0"0,10 1 0,5-1 1229,-11 3 1,3-2 0,3 2-1230,-8 7 0,2 1 0,1 1 0,-2-1 0,11-3 0,-2-1 0,4 3 0,-7 4 0,3 2 0,0 1 0,-1 2-199,-7 1 0,-2 2 0,0 1 1,1-1 198,0 0 0,0 0 0,0 0 0,0 1 0,1 1 0,0 0 0,1 0 0,1 0 198,7 0 0,1 0 0,1 0 0,0 0-198,3 2 0,0-1 0,2 2 0,3-1 0,-17-1 0,4 0 0,1 1 0,0-1 0,-1 1 0,-3 0 0,1 1 0,-2 0 0,-1 1 0,1 0 0,0-1 0,5-1 0,1 0 0,1 0 0,-1-1 0,-1 1 0,-4 0 0,-1 0 0,-1-1 0,1 1 0,1-1 0,5-1 0,1 0 0,0 0 0,-1 0 0,-3 0 0,2 0 0,-2 0 0,-2 0 0,-4 0 0,5 0 0,-3 0 0,-13 0 3855,-4 0-3855,-29 0 985,2 0-985,0 2 4806,25-1-4806,-15 2 3052,22-3-3052,-26 0 0,-2 0 0,-11 2 0,-6 10 0,-5 18 0,1 23 0,-7-9 0,0 2 0,4-9 0,0 1 0,-5 9 0,1-2 0,-1 2 0,3-11 0,0-4 0,1-1 0,-14 21 0,11-17 0,-6-4 0,14-28 0</inkml:trace>
  <inkml:trace contextRef="#ctx0" brushRef="#br0" timeOffset="105998">38508 9715 24575,'34'-3'0,"-10"0"0,26-3 0,10 0 0,3 4 0,6 0-666,-6-3 0,5-3 1,0 2 665,-3 4 0,1 3 0,0-2-1442,8-1 0,1 0 0,-4 0 1442,3 2 0,-1 0 0,-6 0 0,5 0 0,-8 0 552,-6 0 1,-2 0-553,-7 0 0,3 0 0,-3 0 0,11 0 0,-3 0 0,-4 0 0,1 0 0,5 3 0,3 0 0,3-2 0,3 0 0,-12 0 0,4 2 0,1-1-349,-6-2 0,1 0 0,2 0 0,-1 0 349,1 0 0,0 0 0,0 0 0,-1 0 0,12 0 0,-1 0 0,3 0 0,-7-1 0,3 1 0,0 0 0,-3 1 0,1 1 0,-3 0 0,2 0 67,-6-1 0,3-1 1,-1 0-1,-6 1-67,16 2 0,-7 0 0,-11-2 0,-6-2 3578,6 1-3578,2 0 307,-4 0-307,24 0 0,-10 0 324,-23 0 0,0 0-324,31 0 608,-6 0-608,-1 0 0,-25 0 0,-13 0 0,-18 0 0,-3 0 0,-3 0 0</inkml:trace>
  <inkml:trace contextRef="#ctx0" brushRef="#br0" timeOffset="123215">10611 11212 24575,'3'6'0,"3"6"0,-6 30 0,-7 10 0,-3 6 0,3-5 0,-1 2-752,-3-2 0,-1 3 0,1-6 752,2-5 0,-1-1 0,-2 9 0,-3 5 0,2-5 270,2-3 0,-1 0-270,0-1 0,-2 3 0,1-2 0,0 9 0,1-5-417,-6 17 417,4 0 0,3-12 0,6-11 0,-2 17 0,-1-15 0,1-1 0,4 7 0,-2-16 0,-1 0 0,0 10 838,3-2 1,-1 4-839,1-10 0,-1 3 0,2 7 0,1 7 0,-1-4 0,-1-2 0,0-3 0,2 6 0,1 2 0,-3 11 0,0-1 0,1-20 0,-1 0 0,3 20 0,-1 5 0,0-19 0,-1 0 0,0-2-961,0 8 1,0-1 960,1 7 0,0 0 205,-1-5 1,-1-5-206,3 8 0,0-4 0,0 0 0,0-4 0,0 5 0,0-14 0,0-11 0,0 17 983,3-5 0,-1 2-983,-1-11 0,-1-1 0,3 15 0,-1-3 0,-2 3 0,7 15 0,-3-28 0,3 13 0,-4-34 0,-3-17 0</inkml:trace>
  <inkml:trace contextRef="#ctx0" brushRef="#br0" timeOffset="124949">10470 11221 24575,'50'-10'0,"0"0"0,7-5 0,6 0 0,-9 4 0,6 1 0,3-1 0,2 1-1534,-6 1 1,1 0 0,2 0 0,3 1 0,2 0 1533,3 1 0,4 1 0,2 0 0,1 1 0,-1 0 0,-1 0 0,-4 1 0,-2 1 0,1 0 0,-1 0 0,2 1 0,0 0 0,-2 0 0,2 1 0,1-1 0,0 1 0,-2 0 0,-3 1 0,-3-1 0,15 1 0,-7 0 0,0 0 0,2 0 0,-6 0 0,3 0 0,0 0 0,-1 0 0,-3 0-80,2 0 0,-3 0 0,-1 0 1,1 0 79,2 0 0,0 0 0,1 0 0,1 0 0,-6 0 0,1 0 0,1 0 0,-2 0 0,-2 0 0,-2 0 0,-3 0 0,0 0 0,3 0 0,2 0 0,3 0 0,1 0 0,0 0 0,-5 0 0,-1 0 0,-4 0 0,0 0 0,4 0 0,4 1 0,5 0 0,1 1 0,-1 0 0,-4-1 0,1 1 0,-3-1 0,-1 1 0,3 0 0,7 1 0,3 1 0,-1 0 0,-4 1 0,2-1 0,-4 1 0,4-1 0,-4 0 0,4 0 0,0 0 0,-2 0 0,-8 2 0,-1 0 0,-1 0 0,3 0 0,7 0 0,3-1 0,0 1 0,0 0 0,-1 0 0,0 0 0,-1 0 0,-4 0 0,3 2 0,-4-1 0,1 0 0,-6-2 0,3 1 0,-2 0 0,-5-1 635,16 4 1,-3-1-636,-10-2 0,2-1 0,-6 0 0,-11 0 0,-5-1 0,2-3 0,-7-1 3638,-8 4-3638,5-1 2538,-5-2-2538,10 2 538,-5-3-538,-12 0 0,-6 0 0,-7 3 0,2-2 0,-6 4 0,0-2 0,-3 6 0,0 14 0,0-7 0,0 22 0,0 9 0,-3-10 0,0 3 0,2 9 0,1 6 0,0-6-415,-3-6 0,0-1 415,3 16 0,0-3 0,0-7 0,0 19 0,0 10 0,3-6 0,1 3 0,-2-14 0,0 4 0,2 0-1340,4 6 1,2 1 0,0-4 1339,-2 5 0,2 1 0,1-18 0,2 5 0,1 1 0,-3-4-389,-1 2 0,-3-3 0,2 5 389,3 4 0,2 6 0,1 1 0,-3-2 0,-3-6 0,-2-2 0,0 1 0,1 1-931,3 8 1,2 2 0,-1-1 0,-2-5 930,-3-5 0,-1-3 0,1 2 0,2-1 0,3 4 0,-1 0 0,-1-3-240,-3 4 1,-1-2-1,0 2 240,2-6 0,0 2 0,0 0 0,0-2 0,-2 14 0,-1-2 0,-1-5 0,4 3 0,-3-6 0,-4-15 0,0-5 2577,8 10-2577,-8-18 0,2-25 0,-3-5 0</inkml:trace>
  <inkml:trace contextRef="#ctx0" brushRef="#br0" timeOffset="126217">9920 15353 24575,'14'0'0,"12"0"0,12-2 0,4 0 0,23 0 0,-20-2 0,1-1 0,24 4 0,-30-2 0,4 1 0,18-1 0,9 0-949,-18 0 0,3 1 0,4 0 1,2-1 948,-3 1 0,3-1 0,1 0 0,1-1 0,-1 1 0,2 0 0,0-1 0,0 0 0,1 1 0,2 0 0,-5 1 0,1 0 0,1 1 0,0-1 0,0 1 0,-2 0-514,8-1 0,-2 0 0,1 0 1,-1 1-1,1 0 514,4 0 0,1 2 0,0-1 0,0 0 0,-2 0 0,-3-1 0,-1-1 0,0 0 0,-2 1 0,-1-1 0,5 2 0,-1 0 0,-2-1 0,-3 0 0,8-1 0,-3-1 0,-1 1 0,-5 2 0,-1 0 0,1 0-236,1-2 0,0 0 1,0-1 235,2 3 0,0 0 0,-2-1 0,-4-1 0,-2-1 0,-1 1-722,14 1 1,-2 2 721,-3 3 0,-2-1 0,-9-2 0,4 0 0,10 1 0,8 1 0,-3-1 0,-15-1 0,-1-2 0,5 1 0,-5 0 0,5 0 0,3 0 0,1 0 0,-3 0-659,7 0 1,0 0-1,-2 0 1,0 0 658,-2 0 0,0 0 0,-2 0 0,-2 0 0,6 0 0,-3 0 0,-3 0 800,8 0 0,-1 0-800,-10 0 0,3 0 0,0 0 0,0 0 0,-1 0 0,2 0-446,5 0 1,1 0-1,-7 0 446,-5 0 0,-7 0 0,-12 0 0,-4 0 590,20 0-590,-13 0 0,6 0 0,2 0 0,6 0 0,2 0 0,12 0 0,3 0 0,2 0 752,-15 0 0,2 0 0,2 0 0,1 0-752,-2 0 0,2 0 0,2 0 0,-2 0 0,-5 0 0,14 0 0,-4 0 0,4 0 0,-14 0 0,3 0 0,3 0 0,-2 0 0,-2 0 0,5 0 0,-3 0 0,-1 0 0,3 0 0,-8 0 0,2 0 0,0 0 0,-1 0 0,-1 0 24,8 0 1,0 0-1,-3 0 1,-4 0-25,1 0 0,-5 0 0,-4 0 0,0 0 0,-9 0 0,-12 0 0,-26 0 0</inkml:trace>
  <inkml:trace contextRef="#ctx0" brushRef="#br0" timeOffset="128665">9044 12240 24575,'-3'-9'0,"-8"-3"0,-6-1 0,-4 1 0,2 5 0,7 5 0,1 4 0,1 4 0,-16 18 0,6 2 0,-5 3 0,12-7 0,3 1 0,6-9 0,-8 19 0,7-13 0,-1 6 0,3-8 0,6-6 0,13 7 0,7 9 0,3-2 0,5 2 0,10 8 0,2 1 0,1 3 0,0-2 0,-3-9 0,-3-3 0,4 6 0,-25-21 0,-8-10 0,6 7 0,2-7 0,32 5 0,-16-5 0,27 7 0,-28-7 0,-10 4 0,-9-5 0</inkml:trace>
  <inkml:trace contextRef="#ctx0" brushRef="#br0" timeOffset="129584">9915 15344 24575,'-4'29'0,"2"12"0,2 13 0,-3 1 0,0 7 0,2 6 0,0 5-943,-4-8 1,-3 6 0,1-1 942,4-3 0,0-1 0,-1 0 0,0-5 0,-1 0 0,-1 2 0,1-6 0,-2 3 0,2 0 0,1-2 0,2 9 0,2-2 0,-2 1 0,-4 7 0,-3 0 0,3-1 0,5-6 0,1-2 0,-1-6 0,-2-4 0,0-5 0,3-1 0,0-5 896,0-2-896,0-26 465,0-1-465,3-3 0,3 9 0,1 0 0,0-2 0,-4-10 0</inkml:trace>
  <inkml:trace contextRef="#ctx0" brushRef="#br0" timeOffset="131401">9916 15242 8191,'23'-26'0,"10"-10"5063,-2 5-5063,1-1 2818,-20 20-2818,19-7 1719,-7 1-1719,12 0 6784,-18 8-6784,6 4 0,43 5 0,-19-1 0,8 0 0,8 4 0,8 1 0,-2 0-652,-12-2 1,0-1 0,4 1 651,-5 1 0,6 1 0,2 0 0,0 1 0,-6-1 0,14 0 0,-5 0 0,5 0 0,-10-1 0,4 0 0,2 0 0,0-1 0,-3 1 0,7 0 0,-2 0 0,-1 0 0,-1-1 0,-8 0 0,-1-1 0,-1 0 0,-1-1 0,14 1 0,-2 0 0,-7 0 0,-8 0 0,-6 0 0,-4 0 0,2 0-678,23 0 1,6 0 677,-12 2 0,2 1 0,3 0 0,-11-1 0,2 0 0,2 0 0,2 1-951,1 1 0,3 1 0,2 0 0,-1 0 0,-5 0 951,-1 0 0,-3-1 0,-1 1 0,3 0 0,9 0 0,2 2 0,0-1 0,-5 0-423,2 0 0,-5-1 1,4 1 422,-2 0 0,3 0 0,1 0 0,-2 0 0,-9 0 0,-1 0 0,0 0 0,4 1 0,4-1 0,4 1 0,2-1 0,-3 1 0,-6-1 0,7 3 0,-6-1 0,2-1 0,-3-1 0,5 0 0,-3-1 0,-5 1 215,10 1 0,0 1-215,-16-4 0,5-1 0,1 1 0,-2-1 0,14 2 0,-2 1 0,1-1 0,2 0 0,1 0 0,-2 0 0,-11-2 0,-3 0 0,0 0 0,-5 1 0,-1 1 0,-1-1 312,19-3 1,-2 0-313,1 2 0,-1 0 0,4 0 0,-6 0 0,4-2 0,-30 2 0,-2 0 0,4-3 4673,19 4-4673,-9-2 960,-3 0 0,0 0-960,18 3 0,6-4 1211,-40 4-1211,-17-5 473,-8 0-473,3 0 0,0 0 0,5 0 0,20 0 0,2 2 0,5 1 0,5-3 0,3 1 0,8 2 0,1 1 0,12 0 0,-5-1 0,2 1 0,2 0 0,-3-1 0,-9-3 0,-19 0 0,-1 0 0,11 0 0,-33 0 0,1-3 0,-5 2 0,20-2 0,38 3 0,-7 0 0,5 0 0,-12 0 0,0 0 0,10 3 0,-6-1 0,-13-1 0,-18 9 0,-26 30 0,-10 13 0,0 13 0,2 8-1071,-1-2 0,0-1 1071,1-9 0,0-1 0,2 3 0,2-6 0,-1-11 0,0-6 0,0 0 0,0 17 0,3-2 0,-2-27 0,6-4 2142,-6-7-2142,7 24 0,-7-2 0,-1 3 0,4-4 0,0 0 0,-4 12 0,0 0-615,1-12 1,1-1 614,4 36 0,-4-36 0,1-1 0,4 10 0,-4-17 0,-3-28 0</inkml:trace>
  <inkml:trace contextRef="#ctx0" brushRef="#br0" timeOffset="132616">10211 17134 24575,'10'0'0,"25"0"0,7 0 0,13 0 0,4 0 0,1 0 0,4 0 0,4 0 0,5 0-1353,-9 0 1,5 0 0,2 0 0,2 0 0,0 0 0,-2 0 1352,1 0 0,0 0 0,0 0 0,-1 0 0,0 0 0,-1 0 0,-6 0 0,-1 0 0,-1 0 0,0 0 0,1 0 0,1 0 0,6 0 0,1 0 0,1-1 0,0 1 0,-1 0 0,-1 1 0,6 0 0,-2 1 0,0 0 0,0-1 0,1 1 0,-7-2 0,0 0 0,2 0 0,-2 1 0,-1-1 0,-2 0-489,1 2 0,-2-1 1,-1 1-1,-2-1 1,-2 1 488,6 0 0,-1 0 0,-4 0 0,-4 0 0,18-1 0,-4 0 564,-12 1 1,3 1 0,-4-1-565,6-1 0,1-2 0,-10 1 0,4 0 0,2 0-614,-4 0 0,4 0 0,-1 0 0,-1 0 614,9 0 0,-2 0 0,4 0 0,-2 0 0,4 0 0,2 0 0,-2 0 256,-3 0 0,0 0 1,0 0-1,3 0-256,-6 0 0,3 0 0,1 0 0,1 0 0,1 0 0,-6 1 0,1 0 0,2 0 0,-1 1 0,0-1 0,-1 1-215,6 0 1,0-1 0,-1 1 0,-1 0-1,-1 0 215,-7 0 0,-1 0 0,-1 0 0,0 0 0,1 0 0,0 0 0,1-1 0,-1 1 0,0-1 0,-2 0-220,9 0 1,-2-1 0,0 0-1,0-1 220,2 1 0,-1 0 0,1 0 0,0 0 0,4 0 0,2 0 0,-2 0 0,-5 0 0,-3 0 0,-4 0 0,3 0 0,5 0 0,5 0 0,0 0 0,-5 0 466,0 0 0,-5 0 1,5 0-467,1 0 0,6 0 0,-1 0 0,-5 0 0,-3 0 0,-4 0 0,-2 0 0,0 0 0,-1 0 0,-6 0 0,1 0 0,-8 0 0,-6 0 1516,19 0-1516,-36 0 0,9 0 0,-21 0 0</inkml:trace>
  <inkml:trace contextRef="#ctx0" brushRef="#br0" timeOffset="141982">11153 11715 24575,'9'6'0,"16"8"0,4 0 0,35 9 0,-27-14 0,1-2 0,1 0 0,0-3 0,8-1 0,-1-1 0,-9-2 0,1 0 0,13 0 0,2 0 0,-3 0 0,-1 0 0,-4 0 0,-1 0 0,27 0 0,-43 0 0,-8 0 0,-18 0 0</inkml:trace>
  <inkml:trace contextRef="#ctx0" brushRef="#br0" timeOffset="142915">10779 12806 24575,'9'2'0,"17"-1"0,-5 2 0,19-3 0,-15 0 0,32 0 0,-17 0 0,32 0 0,3 0 0,-14 0 0,-3-3 0,0 1 0,7 1 0,-18-4 0,-1 1 0,4 3 0,-4-2 0,-22 3 0,9 0 0,-12 0 0,13 0 0,-14 0 0,-1 0 0</inkml:trace>
  <inkml:trace contextRef="#ctx0" brushRef="#br0" timeOffset="146299">10886 15894 24575,'10'0'0,"4"-3"0,24-15 0,-1 4 0,9-4 0,2-2 0,6-2 0,0 2 0,0 0 0,-8 2 0,-1 3 0,-1 2 0,-8 7 0,33-9 0,-41 14 0,8-5 0,14 6 0,-27 0 0,30 0 0,-39 0 0,-1 0 0,-10 0 0</inkml:trace>
  <inkml:trace contextRef="#ctx0" brushRef="#br0" timeOffset="151882">17145 12230 24575,'3'33'0,"-2"13"0,7 11 0,-6 18 0,2-8-991,2 6 991,-5-19 121,5-11 1,-1 3-122,-4-8 0,0 4 0,3 13 0,1 7 0,-1-2-1110,-3 6 1,0-1 1109,1-15 0,1 2 0,-1-3 0,-2 7 0,0-2-160,0 12 1,0 0 159,0-13 0,0 2 0,0 3 0,-1 5 0,2-9 326,1-15 0,1-2-326,-3 29 0,1 3 0,7-11 0,1 0 0,-3-2 0,0 2 0,5 14 0,2-4 0,-5-26 0,1-5 0,4 23 0,-7-21 0,-1 0 0,3 7 1131,-2-6 0,-2 4-1131,-1 4 0,-1-3 0,1 8 0,-3-12 0,0-4 0,0-12 186,0 13 0,0 2-186,0 0 0,0 7 0,0-1 0,0-12 0,0 5 0,-3-12 0,2-12 0,-3 18 0,4-10 0,-2-5 0,1-2 0,-5-2 0,-1 3 0,0 9 0,-5-3 0,7-6 0,-3 5 0,1-7 0,-2 4 0,-5 15 0,4-15 0,-1 12 0,5-13 0,-12 26 0,9-12 0,-12 18 0,13-29 0,-2 9 0,4-12 0,-1 5 0,3-11 0,-1-6 0,-1-4 0,-1-2 0,-2 0 0,-2 0 0,-4 4 0,-15-3 0,-6 5 0,1-5 0,6 3 0,12-2 0,4-1 0,4 2 0,-3-3 0,6 0 0,0 0 0,3 0 0</inkml:trace>
  <inkml:trace contextRef="#ctx0" brushRef="#br0" timeOffset="152685">16898 15718 20906,'-6'0'0,"0"0"1744,0 0-1744,-3 3 621,5 0-621,-15 21 318,1 5-318,-7 7 986,-1 8-986,12-23 0,1 3 0,9-15 0,2-3 0,7 5 0,6 10 0,6 6 0,3-2 0,2-3 0,4-9 0,-1-3 0,9 0 0,-9-6 0,8-1 0,-3-3 0,-2 0 0,-5 0 0,-3 2 0,-7 2 0,2-1 0,-12 0 0,-3-12 0,-4 7 0,2-6 0</inkml:trace>
  <inkml:trace contextRef="#ctx0" brushRef="#br0" timeOffset="157099">16690 13839 24575,'14'0'0,"21"-5"0,2 4 0,6-4 0,4-1 0,24 0 0,-22 3 0,-3-1 0,8 0 0,-20 4 0,-25-3 0,-12 2 0,-4-2 0,0 3 0,2 0 0</inkml:trace>
  <inkml:trace contextRef="#ctx0" brushRef="#br0" timeOffset="157785">16600 14129 15832,'12'0'0,"1"0"3767,2 0-3767,5-2 1507,17-4-1507,15 1 0,6-1 0,0 0 0,1-1 404,6 0 0,-3 1-404,-13 2 0,-8 1 2661,-8-5-2661,-8 7 0,-17-1 0,-5 2 0</inkml:trace>
  <inkml:trace contextRef="#ctx0" brushRef="#br0" timeOffset="158498">16595 14775 24575,'16'0'0,"31"0"0,-3 0 0,5 0 0,6 0 0,2 0 0,4 0 0,-5 0 0,16 0 0,-38 0 0,-26 0 0,-5 0 0</inkml:trace>
  <inkml:trace contextRef="#ctx0" brushRef="#br0" timeOffset="159249">16717 14983 24575,'34'14'0,"32"-4"0,-4-2 0,4 0 0,-14-4 0,0-2 0,15-1 0,-6-2 0,-11 1 0,-3 0 0,-32 0 0,-10 0 0</inkml:trace>
  <inkml:trace contextRef="#ctx0" brushRef="#br0" timeOffset="160548">17302 15178 24575,'9'9'0,"5"6"0,5 13 0,4 9 0,2 18 0,-9-17 0,13 23 0,-2-5 0,1 3 0,-11-22 0,-2-1 0,-2 2 0,9 13 0,-13-26 0,15 26 0,-9-4 0,3 0 0,-9 14 0,-1-24 0,-7 27 0,4 0 0,-5-26 0,0 1 0,0 5 0,0-2 0,-3 22 0,-1-12 0,-6-13 0,5-19 0,-8 10 0,4-12 0,-5 3 0,-9 8 0,3-4 0,-11 3 0,5-4 0,-3-7 0,13-2 0,1-9 0,9 0 0,-5 2 0,-5 5 0,0 0 0,-2-2 0,6-5 0,-3 3 0,2-3 0,-1 3 0,4-6 0,1 0 0,3 0 0,0-3 0,0 3 0,3-3 0,0 0 0</inkml:trace>
  <inkml:trace contextRef="#ctx0" brushRef="#br0" timeOffset="161216">17197 16599 24575,'-6'11'0,"-8"15"0,3 2 0,-7 10 0,4-4 0,6-12 0,-1 11 0,8-21 0,-3 7 0,7-13 0,1 7 0,9 5 0,10 13 0,27 13 0,-10-12 0,4 1 0,5-1 0,-1-1 0,-8-3 0,1-2 0,6-3 0,-3-4 0,-7-6 0,14 3 0,-31-14 0,-14-4 0,-3 1 0,-3-2 0</inkml:trace>
  <inkml:trace contextRef="#ctx0" brushRef="#br0" timeOffset="175449">26662 11506 24575,'-30'0'0,"0"4"0,11 2 0,-2 4 0,5-3 0,5 1 0,5-5 0,-22 21 0,-15 18 0,4-1 0,-7 6 0,20-9 0,3-11 0,-3 11 0,15-20 0,-7 14 0,7-11 0,-7 23 0,2 5 0,2 4 0,0 6 0,4-12 0,1 5-331,0 0 0,-1 8 1,1 2-1,2-5 331,2-2 0,2-3 0,0 4 0,-1 5 0,0 5 0,0 1 0,2-4 0,3 4 0,1-4 0,1-2 0,0 15 0,1-3 0,4-6 0,1-6 0,3 1 0,0-26 0,-1 2 0,7 32 0,7-12 0,-4 4 0,-5-28 0,2 7 0,3 4 0,13 20 661,-9-17 1,-1-1-662,8 1 0,-11-20 0,7 3 0,-1 0 0,7 2 0,2 3 0,-6-3 0,0 0 0,7 2 0,1 1-918,-8 0 0,1 1 918,2-6 0,2 0-69,3 7 1,3 1 68,14 7 0,1-1 0,-8-4 0,0-1 0,-8-8 0,2 1 0,-3-3 0,1 3 0,-1-1 0,8 5 0,0 1 0,0-2 0,-4-1-419,-10-7 1,-3-2 418,0-1 0,0-2 870,1-1 0,0-2-870,20 11 0,-11-12 0,3-1 71,-3 1 1,-1-3-72,32-1 0,-25-2 0,1 0 0,-1-3 0,1-1 0,3 0 0,4 1-196,4 1 1,6 0-1,0 0 196,4 0 0,2 0 0,-3 0-1565,-7 0 1,-1-1-1,1 1 1565,7-1 0,1-1 0,-7 1 0,-11 0 0,-2 1-1173,22 1 1,4 0 1172,-23-1 0,0 0 0,-1 0-828,18 4 1,1 1 827,-14-5 0,2 0 0,-1 0 233,14 4 1,0 0-234,-14-4 0,1-1 0,1 0 0,0-2 0,-1-1 0,3 0 265,12 1 0,2-1 0,-5-1-265,0-2 0,2-1 0,-11 0 0,7-1 0,1-1 0,-3 0 261,5 0 0,-3-2 0,4 1-261,-5 1 0,4-1 0,1 0 0,-3-1 275,-7 0 1,-1-1 0,-2-1 0,-1-1-276,9-1 0,-2-2 0,-6-2 0,-6-5 0,-2-3 0,2-2 0,3-2 0,-5 0-24,-7-3 1,-1-2 23,6-3 0,4-4 0,-5 1 1511,-3-3 1,-3-3-1512,9-15 0,-3-3 0,-18 18 0,-3-1 0,-2-7 0,-2-4 0,2-4 0,-3-3 0,-8 9 0,-3-2 0,1 0 16,7-22 0,-2 1-16,-7-6 0,-3 5 0,-2 34 0,-1 0 379,-2-31 1,-2-5-380,-2 13 0,-1-2 0,2 0 0,-1-4 0,0 2-723,0 10 0,-1 2 1,0 1 722,-3-20 0,0 1 0,2 21 0,-1 0 0,-1 0-98,-3-16 1,-1 1 97,-1-9 0,-2 2 0,-2 8 0,-2 4 0,1 9 0,1 5 0,-13-21 1755,4 15-1755,-1 14 310,-16-15-310,13 17 0,-2 1 0,1 3 0,-1 1 0,-2-4 0,1 1 0,-20-12 0,6 3 0,-5-5 0,1-2 0,-3-2 0,9 12 0,-1-1 0,0 1 659,4 2 1,-1 1 0,-2 1-660,-10-5 0,-3 1 0,-2 2 0,-4 2 0,-2 1 0,0 0-1249,2 0 1,0 0 0,-1 2 1248,0 3 0,0 2 0,5 3 0,-1-2 0,4 3-199,-4 1 0,-1 0 199,12 0 0,-2-2 0,-3 1 0,-6 1 0,-3 1 0,-1 0-396,12 3 1,0-1 0,-2 1 0,-2 2 395,-11-1 0,-4 2 0,-1 2 0,4 1-929,-3 0 1,3 3-1,-3 1 929,8 1 0,-2 2 0,-1 0 0,4 2 0,-7 0 0,2 2 0,-1 0 379,11 2 0,-1 0 1,-1 0-1,-2 0-379,-10 0 0,-2 0 0,-1 0 0,-1 0 0,15 0 0,0 0 0,-1 0 0,0 0 0,-2 0-655,-6 0 0,-2 0 0,-1 0 0,3 0 0,5 0 655,-8 0 0,5 0 0,-4 0 0,13 0 0,-4 0 0,-2 0 0,1 0 0,3 0-44,-1 2 1,2-1-1,0 2 1,-1-1 43,-9 1 0,-2 0 0,0 1 0,2 0 0,2 2 0,-1 0 0,5 0 0,6 1 0,-6 3 0,9 1 1462,13-2 1,5 0-1463,-6 7 1279,14-4-1279,-4 5 5281,11-9-5281,12 0 0,3-8 0,6 3 0</inkml:trace>
  <inkml:trace contextRef="#ctx0" brushRef="#br0" timeOffset="176783">27005 14970 24575,'-17'40'0,"3"4"0,-11 18 0,10-8 0,-4 5 0,5-12 0,-3 8 0,5-14 0,-1-1 0,8-7 0,-4 7 0,6-9 0,-1 12 0,1-7 0,3 7 0,0-6 0,0 15 0,-3-7 0,3 19 0,-3-22 0,3 1 0,0-25 0,0-4 0,0-8 0,0-3 0</inkml:trace>
  <inkml:trace contextRef="#ctx0" brushRef="#br0" timeOffset="177798">26422 15752 24575,'20'19'0,"11"12"0,-2 6 0,3 1 0,-4-6 0,-10-7 0,2 2 0,-8-12 0,-4-1 0,-2-7 0,3 4 0,-2-7 0,1 4 0,4-7 0,17 6 0,4-1 0,7 4 0,-13-5 0,-8 1 0,-6-5 0,-1 2 0,4-7 0,0 0 0,-1-3 0,26-10 0,-23 5 0,18-7 0,-19 1 0,-8 8 0,9-8 0,-10 8 0,6 2 0,-11 2 0,0 6 0</inkml:trace>
  <inkml:trace contextRef="#ctx0" brushRef="#br0" timeOffset="182132">27067 15908 24575,'62'0'0,"0"0"0,8 0 0,3 0 0,-16 0 0,4 0 0,3 0-2458,1 0 0,4 0 1,1 0-1,-1 0 2197,-6 0 1,-1 0-1,1 0 1,1 0 260,10 0 0,2 0 0,0 0 0,-5 0 487,0 0 1,-5 0 0,3 0-488,-7 0 0,2 0 0,-1 0 0,-4 0 0,-3 1 0,-4 1 0,0 0 613,4-2 1,-1 0-1,-6 1-613,-8 2 0,-5-1 0,9-2 0,0 0 0,4 0 0,-4 0 0,2 0 0,19 0 0,2 0 0,-12 0 0,-4 0 0,-4 0 0,-2 0 0,27 0 0,-10 0 2970,-22 0 0,0 0-2970,32 0 0,-13 0 0,0 0 0,-16 0 0,-1 0 61,12 0 0,0 0-61,-13 0 0,-1 0 0,5 0 0,1 0 0,13 0 0,2 0 0,11 0 0,2 0-983,-16 0 1,2 0 0,-4 0 982,10 0 0,-3 0 0,4 0 0,-4 0 0,-16 0 0,-1 0 0,12 0 0,3 0 0,3 0 0,-2 0 0,-21 0 0,-3 0 0,28 0 1273,-52 0-1273,4 0 0,-5 0 0,-3 0 0,21 5 3182,-4-3-3182,33 8 0,-17-9 0,3 7 0,-20-7 0,-11 3 0,-2-4 0,-6 0 0,3-6 0,-8 2 0,-3-10 0,0-4 0,3-4 0,0-5 0,3 9 0,-3 3 0,0 6 0,-3 0 0,0-3 0,-3-4 0,3 3 0,-13-17 0,6 12 0,-19-31 0,-3 4 0,4 11 0,-19-17 0,31 37 0,-44-29 0,4 9 0,-7 2 0,22 10 0,2 2 0,3 6 0,-8-7 0,-19 7 0,-9-1 0,23 9 0,-1 0 0,-1-1 0,3 1 0,-9 5 0,8-2 0,-3 3 0,14 0 0,-7 0 0,-5 0 0,4-1 0,-2 2 0,-18 2 0,-1 0 0,19-2 0,-1 0 0,-17 6 0,0-1 0,13-4 0,2-2 0,-7 3 0,-1 1 0,-14-4 0,0 0-1034,10 0 0,2 0 1034,7 0 0,2 0 0,1 0 0,-1 0-465,-16 0 1,-6 0 464,10 0 0,-3 0 0,-3 0 0,-4 0 0,-2 0 0,0 0 0,-3-1 0,1 1 0,6 1 0,3 2 0,5 0 0,-6-3 0,3 1 0,24 2 0,0 0 0,-11 0 0,0 0 0,7 0 0,2 0 0,-18 4 0,-9-2 0,35-5 0,-9 0 0,13 0 981,-6-1 1,-4 2-982,-27 5 0,7-5 0,-4-1 0,16 3 0,-2 0 0,-23-2 0,-2-2 0,18 1 0,1 0 0,-12 2 0,1 0 517,13-2 0,4 1-517,8 1 0,2 2 0,-25 1 0,2 6 0,17-1 0,11-1 0,-31 11 0,31-11 0,-3 3 0,-1 0 0,-6-1 0,-13 3 0,7 2 0,1 4 0,16-6 0,4 0 0,15-7 0,-6 2 0,-3 1 0,6 2 0,-6-5 0,14 4 0,-6-5 0,6 6 0,-2 3 0,-1-2 0,5 2 0,1-6 0,1 7 0,2-5 0,-3 11 0,6 1 0,-7 16 0,7 7 0,-4 0 0,5-12 0,0-9 0,0-12 0,0 2 0,0-6 0,3 0 0,14 11 0,-2-5 0,10 6 0,-11-6 0,1-3 0,8 4 0,-3 3 0,8-2 0,-7-1 0,22 4 0,-10-1 0,16 6 0,-19-11 0,-2 3 0,22 1 0,-10 2 0,22 1 0,-16-2 0,18-5 0,-31-6 0,11 1 0,-34-9 0,4 3 0,4-3 0,-2 0 0,10 0 0,7 0 0,-8 0 0,6 0 0,-16 0 0,-2 0 0,-1 0 0,-1 0 0,4 0 0,22-3 0,20 2 0,9-3-752,8-1 752,-20 3-20,-16-1 1,4 1 19,17 1 0,4 2 0,-1-1 0,2 0 0,-4-2 0,2 0 0,-4 1 0,-4 0 0,-4 1 0,-4-3 0,-1 1 0,4 1 0,-1 2 0,26-1 0,-27 0 0,1 0 0,-8 0 0,0 0 0,11 0 0,-2 0 0,17 0 0,-13 0 0,8 0 0,-5 0 0,-12 0 0,1 0 53,16 0 0,9 0 1,-6 0-54,1 0 0,-4 0-1253,1 0 0,1 0 1253,7 0 0,-7 0 0,-6 0 0,-7 0 0,9 0 0,-8 0 0,9 0 0,9 0 0,6 0 0,-15 0 0,-3 0 0,-9 0 0,0 0 0,3 0 0,3 0 0,-6 0 516,16-5-516,-22 5 0,0-1 2621,11-7-2621,-31 7 0,20-6 0,-26 3 0,23-5 0,7-1 0,14-1 0,3 1 0,4-1 0,-15 2 0,-4 1 0,-9 4 0,0-1 0,11-4 0,-4-1 0,-3 1 0,-1 0 0,1 1 0,2-4 0,-5 3 0,-19 2 0,-14 3 0,10-4 0,-4 4 0,10-5 0,-10 5 0,1-2 0,-8 5 0,13-8 0,-2 5 0,10-5 0,-12 5 0,-1-1 0,-5 4 0,14-8 0,-6 5 0,3-3 0,-3 2 0,-9 1 0,6 1 0,-5-2 0,0 4 0,-3-5 0,-3 6 0,-3-3 0</inkml:trace>
  <inkml:trace contextRef="#ctx0" brushRef="#br0" timeOffset="193915">27062 16187 24575,'-2'20'0,"1"38"0,0-19 0,-1 1 0,2-1 0,0 2 0,0 5 0,0-2 0,0 4 0,0 7 0,0-12 0,0-8 0,0-4 0,0-7 0,0-3 0,0-9 0,0-7 0</inkml:trace>
  <inkml:trace contextRef="#ctx0" brushRef="#br0" timeOffset="194699">26931 16661 24575,'18'18'0,"6"10"0,4 18 0,-4-8 0,-2 4 0,-4-9 0,-7-12 0,3 1 0,-5-17 0,-3-2 0,3 0 0,0 3 0,0-3 0,0 0 0,0-14 0,-3 6 0,3-12 0,1 2 0,4-14 0,-2 10 0,-2-3 0,-7 19 0</inkml:trace>
  <inkml:trace contextRef="#ctx0" brushRef="#br0" timeOffset="236000">26914 16137 24575,'0'38'0,"0"0"0,0 6 0,0 3 0,0 12 0,0 5-1956,0-7 0,0 2 0,0-4 1956,0-1 0,0 0 0,0 11 0,0 6 0,0-10 870,3-19 0,0-3-870,-3 17 0,1-3 0,5-13 0,-6-32 0</inkml:trace>
  <inkml:trace contextRef="#ctx0" brushRef="#br0" timeOffset="236618">26762 16763 24575,'-1'3'0,"2"3"0,15 27 0,0-5 0,4 11 0,-4-19 0,-4-12 0,0-2 0,3 0 0,-5-2 0,4-2 0,-4-2 0,-1 0 0,0 0 0,-3 0 0,-3 0 0,0 0 0</inkml:trace>
  <inkml:trace contextRef="#ctx0" brushRef="#br0" timeOffset="244565">14456 17874 24575,'6'2'0,"1"12"0,-4-3 0,4 24 0,-6 19 0,-1 12 0,3-7 0,1 6 0,0 4-1701,-3-11 0,-1 4 1,0 2-1,0 0 1,1-3 1700,0 7 0,1-1 0,0-1 0,0 1 0,-2-7 0,1 1 0,-1 0 0,-1 0 0,1-1-142,-2 9 0,0-1 0,0 0 0,0 1 142,2-9 0,0 1 0,0 1 0,0-1 0,-2 0 0,0 0 0,-1 1 0,-1 0 0,1-3 0,0-2 0,2 16 0,1-3 0,0-6 0,-4 12 0,0-12 0,4-15 0,0-18 0,0-26 0</inkml:trace>
  <inkml:trace contextRef="#ctx0" brushRef="#br0" timeOffset="245583">14478 17934 15598,'-3'-3'0,"0"0"3846,-6 3-3846,-6 3 0,-34 50 0,1 3 121,11-13 0,-6 7 1,2 0-122,10-11 0,1 0 0,-3 2 0,-7 1 0,-5 3 0,-2 1 0,2 0-236,1-1 0,2 1 1,-1-1-1,-1 0 236,-3 0 0,-2-1 0,1 0 0,4-3 763,-1 2 1,4-2 0,3-3-764,-10 5 0,14-11 0,29-25 0,-2 1 0,10-8 0</inkml:trace>
  <inkml:trace contextRef="#ctx0" brushRef="#br0" timeOffset="246550">14544 17970 24575,'40'44'0,"0"-1"0,-1 3 0,-1 2 0,7 11 0,-1-2-1315,-17-21 1,0-1 1314,11 17 0,1-4 0,12 1 341,-12-4 0,2 3-341,-6-11 0,-1-1 0,-7-4 0,-1-2 469,13 10-469,-27-27 0,5 0 0,0-2 1350,7 3-1350,-2 0 128,-2-6-128,-9-6 0,-1-2 0,-4 3 0,2-2 0,-2 7 0,3-4 0,1 7 0,-4-7 0,-4 1 0</inkml:trace>
  <inkml:trace contextRef="#ctx0" brushRef="#br0" timeOffset="248132">12267 20547 24575,'17'0'0,"9"0"0,31 0 0,-19 0 0,1 0 0,2 0 0,5 0-887,6 0 1,8 0 0,3 0 886,-2 0 0,4 0 0,3 0 0,4 0-528,-12 0 1,2 0 0,3 0 0,1 0-1,0 0 1,0 0 527,4 0 0,1 0 0,1 0 0,-1 0 0,1 0 0,-2 0-613,-2 0 1,-2 0-1,0 0 1,1 0-1,1 0 1,2 0 612,1 0 0,3 0 0,1 0 0,0 0 0,2 0 0,-1 0 0,1 0-369,-10 0 1,1 0 0,0 0 0,0 0 0,1 0 0,0 0 0,0 0 0,1 0 368,-4 0 0,1 0 0,0 0 0,0 0 0,1 0 0,0 0 0,-1 0 0,1 0 0,-1 0 0,1 0 0,1 0 0,-1 0 0,1 0 0,0 0 0,-2 0 0,0 0 0,-3 0 0,-1 0 0,13 1 0,-1 1 0,-2-1 0,-2 0 0,-3 1 0,-3-1 0,9-1 0,-4 0 0,-4 1 0,-4 0 0,7 1 0,-4 1 0,-26-1 0,-32-2 0,1 0 0</inkml:trace>
  <inkml:trace contextRef="#ctx0" brushRef="#br0" timeOffset="256266">17708 20645 24575,'-44'7'0,"-6"-1"0,41-3 0,-50 3 0,-3 0 0,-8-1 0,19-2 0,-3 0 0,-4-1-1470,-8 0 0,-6 0 0,-1 0 0,6-1 1470,2-1 0,5 0 0,-5 0 0,8 0 0,-4 0 0,-2 1 0,-1-1 0,2-1 0,3 0 0,0 0 0,1 0 0,-3-1 0,-4-1 0,2 1 0,-4-1 0,-2-1 0,-2 0 0,-1 0 0,0 0 0,2-1-568,-1 1 0,0-1 1,0 0-1,0-1 0,0 1 1,0-1-1,1 0 568,0 0 0,1 0 0,-1-1 0,1 0 0,0 1 0,1-1 0,2 0-587,-5 0 0,2 0 1,0-1-1,1 1 1,2 0-1,2-1 587,-2 1 0,2 0 0,1 0 0,1 0 0,0-1-197,-11 0 1,1 0-1,-1 0 1,-5-3 196,11 0 0,-4-1 0,-2-2 0,0 0 0,0-1 0,2 0 0,6 0 0,1-1 0,1 0 0,0-1 0,0-1 0,-2 0-146,-5-2 1,-1-1-1,-1-1 1,1-1 0,1 0-1,2-1 146,7 1 0,1-1 0,1 0 0,2-1 0,1 0 0,2-1 0,-14-8 0,4-1 0,1-1 0,-1-1 110,9 5 0,0-1 0,0 0 0,1 0 0,3 1-110,0 1 0,4 2 0,0-1 0,-6-6 0,5 2 0,-6-5 0,-2-3 0,-1-2 0,1 1 0,2 1 0,4 3 0,-10-9 0,5 4 0,1-2 0,-7-3-142,11 8 1,-4-2 0,-2-2 0,-1-1 0,-1-1 0,2-1 0,2 1 141,3 0 0,1-1 0,1 0 0,0-1 0,1 0 0,1 1 0,0 1 0,-2-3 0,0 2 0,1 0 0,1 0 0,-1-1 0,0-1 0,5 3 0,-1 0 0,0-1 0,1 0 0,0-1 0,0 0 0,1-1 0,0-1 0,1 0 0,-1-1 0,1-1 0,2 1 0,0-1 0,1 1 0,-1-6 0,1 1 0,2 1 0,0-2 0,1 0 0,-2-1 0,3 3 0,0 0 0,-1 0 0,1-2 0,0 0 0,1-1 0,2-1 0,0-3 0,1-2 0,0-1 0,2-1 0,0 1 0,2 0 0,1 0 0,-1-6 0,1 0 0,2 0 0,0 1 0,2 0 0,1 2 0,1 6 0,2 1 0,1 1 0,0 0 0,1-1 0,1 0 0,0-5 0,0-1 0,1 0 0,2 0 0,0 0 0,1 1 123,2 4 1,1 1 0,1 0 0,1 0 0,0-1 0,-1-1-124,0-8 0,0-1 0,0-2 0,0 0 0,1-1 0,0-2 0,2 6 0,0-3 0,0-1 0,1 0 0,0 1 0,0 2 0,0 2 0,0 4 0,0 3 0,1 1 0,0 1 0,0-1 0,0 0 0,0-3 0,1-2 0,-1 1 0,1 0 0,1 2 0,0 1 109,0 0 1,1 3 0,1 1 0,1-1 0,1-1-110,2-8 0,2-1 0,1-1 0,1 1 0,0 3 0,3-7 0,1 1 0,1 3 0,2 3 0,0 9 0,3 1 0,0 4 0,-1 4 0,11-14 0,0 7 1459,-3 13 0,1 1-1459,-3 2 0,3-2 0,0 1 0,9-8 0,4-1 49,-7 8 0,3-4 0,2 0 0,-2 5-49,1 4 0,0 4 0,1-3 0,10-12 0,2-4 0,1 5 0,-4 9 0,0 4 0,2-1 571,2-4 1,1-1 0,3-2-572,-2 3 0,2-1 0,2 0 0,0-1 0,2-1 0,-1 1 0,2-1 0,0-1-194,-9 7 1,2-2 0,-1 1 0,0 0 0,-3 3 193,3 0 0,-3 2 0,-1 1 0,0 0 0,12-9 0,0 1 0,-1 2-507,-2 3 0,1 2 0,-3 0 507,-7 2 0,-2 1 0,4-3 0,4 0 0,6-3 0,-2 1 0,-8 5 0,-4 0 0,-1 2 0,10-4 0,7-1 0,-8 5 0,-16 10 0,1 1 627,16-7 1,9-5 0,-2 1-628,-8 2 0,-1-1 0,1 1 0,6-1 0,1 0 0,-1-1 0,-6-2 0,-1 0 0,-3 3 0,8 0 0,-2 2-67,-1-4 1,-1 0 66,1 5 0,5 2 0,2 2 0,7-1 0,1 2 0,-17 5 0,0 1 0,2 0 0,6 1-160,-1 0 1,7 1 0,2-1 0,2 1 0,-2 1-1,-5 0 160,-3 2 0,-3 1 0,-2 0 0,1 1 0,3-1 0,11 0 0,3 0 0,1-1 0,-1 2 0,-5 1 30,-3 1 1,-3 2-1,-1 0 1,4 0-31,0 0 0,3 1 0,2-1 0,0 0 0,-3 2 0,-8-1 0,-2 1 0,0 0 0,0 0 0,4 1 0,1-1 0,2 0 0,3 0 0,-1 0 0,0 0 0,-3 0-474,4 0 0,0 0 1,-2 0-1,-1 0 1,-2 0 473,8-1 0,-2 1 0,0 0 0,0 1 0,-9 0 0,0 2 0,1-1 0,-1 2 0,1 1-136,-3 0 1,0 0-1,0 2 1,1 1-1,1 1 136,9 3 0,2 3 0,1 1 0,0 1 0,0-1 0,-12-4 0,0 1 0,0-1 0,1 1 0,-1 1 0,1 1 0,2 1 0,0 2 0,1 1 0,-1 0 0,-1 0 0,-2 0 0,2 2 0,-2-1 0,0 0 0,-1 1 0,3 1 275,-2 0 0,2 1 0,1 1 1,0 0-1,-1-1 0,-3 1-275,1 1 0,-2-1 0,-1 1 0,0 0 0,3 2 0,0 0 0,1 1 0,2 1 0,0 1 0,-2-1 0,-1 0-328,4 2 0,-1-1 1,-1 1-1,-1-1 1,-2 1 327,-5-2 0,-2 1 0,0-1 0,-1 1 0,1 0 0,3 0 0,0 2 0,1-1 0,-4 1 0,-3-1 772,10 11 1,-6 0 0,1 1-773,4-1 0,0 0 0,-4 0 0,-11-2 0,-3-1 0,-4-2 0,4 4 0,-6-3 0,6 14 0,-21-21 0,2 2 878,12 15 0,4 5-878,-9-7 0,1 3 0,2 2 0,0-4 0,2 2 0,0-1 0,-4-2 321,9 19 1,-2-2-322,-6-16 0,2 1 0,-3-3 1639,-4-1 1,-1 0-1640,13 13 0,1 4 0,-16-18 0,0 2 0,0 2 7,9 12 1,1 3 0,-3-1-8,-9-12 0,-1-1 0,1 2 0,6 16 0,2 2 0,-3-5 0,-5-7 0,-3-1 0,-3-1 0,0 4 0,-2-4 203,-1-4 0,-3-1-203,0 2 0,-1 3 0,-1-1 0,0 13 0,-2 0 107,-3-13 0,-1 1 0,0-4-107,2 2 0,-2-2 0,-1 13 0,-2-4 2139,1 9-2139,0-22 0,0 9 0,0 1 0,0 11 0,0 3 0,0 1-1192,2 1 1,1 0 0,-1 1 1191,-1-16 0,-1 0 0,1 1 0,-1 0 0,2 1 0,0 0 0,0 0 0,-1 1-313,0 5 0,-1 0 0,-1 1 0,1 0 313,0 0 0,0-1 0,0 2 0,0 1 0,0-5 0,0 2 0,0 1 0,0-1 0,0-1-651,0 10 1,0 0-1,0-2 1,0 0 650,1-6 0,-1 0 0,0 0 0,-1 3 0,0-1 0,-2 3 0,0 1 0,0-2 0,-2-3-301,0-3 1,0-2-1,-2-2 1,0 4 300,0-5 0,0 2 0,-1 0 0,-1 1 0,-1-1 406,-3 1 1,-1 0 0,-1 0 0,-1-3 0,1-2-407,-2 12 0,-1-3 0,-2 1 0,-1-5 0,-2 3 0,-2 0 0,3-5 0,0-1 0,0-4 0,0 1 0,-4 12 0,-1 2 0,0-2 0,5-9 0,-1-3 0,1 0 0,0-4 0,0-1 0,-1-1 0,-2 1 0,-1 0 0,-2 0 0,-4 4 0,-3 0 0,1 0 0,0 1 0,1-1 0,-3 1 0,-7 3 0,-1 0 0,3-5 0,4-4 0,1-4 0,-6 1 0,2-4 0,1 7 1076,-15 0-1076,24-18 0,-1 1 0,-13 6 0,-4 3 783,8-3 0,-2 3 1,1-2-784,-6 5 0,-1-1 0,7-5 0,-1 1 0,2-2 899,-4 2 0,1-1-899,-7 3 0,-3 0 0,-6 2 0,2-3 0,16-11 0,1-2 663,-1-5 1,-3-1-664,-6 3 0,-3-1 0,6-7 0,-2 0 0,-2 1-395,-8 4 1,-2 2-1,-1-1 395,-10 0 0,-1-1 0,5 0 0,19-4 0,3 1 0,-2 0 0,-16 2 0,-3 0 0,5 0 878,4 2 0,0 0-878,0-1 0,-5 2 0,5-2 0,-1 1 0,5-1 0,4-2 0,6-2 0,-2 1 315,34-13-315,-1 0 0,8 0 0,-12 0 1335,2 1-1335,-6-3 892,-47 14-892,22-6 0,-6 1 0,1-1 0,-6 0 0,0 2-300,1 2 0,-1 1 1,-1-1 299,-1-3 0,0-2 0,2 2-844,-8 8 1,3-2 843,-1-4 0,6-2 0,-1 6 0,10-4 0,0-1 0,-8 2 0,17-4 0,-2 1 0,1 0 0,3-2 0,-3 0 411,-2 4 0,-3 0-411,-19 8 0,1-3 0,-7-1-174,20-6 1,0-1 0,2 0 173,-10 2 0,2-2 0,-10-1 0,8-2 0,10-3 0,9 0 0,-2-2 0,-30-3 0,28 1 0,-1-1 0,-28-1 0,23 0 2284,5 0-2284,25 0 0,-10 0 0,16 0 0,5 0 0,1 0 0,7 0 0,13-3 0,13 2 0,13-3 0,-15 4 0,-5 0 0</inkml:trace>
  <inkml:trace contextRef="#ctx0" brushRef="#br0" timeOffset="263216">9100 10483 24575,'49'37'0,"-19"-14"0,4 5 0,3 6 0,5 8 0,3 3 0,0-1-1570,3 4 1,1 1 0,1 1 0,0 3 1569,-4-3 0,1 4 0,1 0 0,-1 1 0,0-3 0,-2-2 0,0-1 0,0 0 0,-2-2 0,-2-3 0,10 13 0,-3-3 0,-3-3 0,-5-8 0,-2-2 0,-4-8 1842,12 4-1842,-13-5 0,-24-26 0,-6-3 0</inkml:trace>
  <inkml:trace contextRef="#ctx0" brushRef="#br0" timeOffset="263600">10073 10978 24575,'37'34'0,"0"-1"0,0 7 0,3 4 0,0 2 0,4 2 0,-1 1 0,1 3-557,-6-6 0,1 3 0,-2 0 1,-4-2 556,-3 0 0,-5-1 0,-3-1 0,5 15 0,-6-1 105,-6-12 1,-9-4-106,-29 18 242,-2-30 0,-8-4-242,-18-4 0,-7-3 0,-12 6 0,-2-4 0,9-9 0,3-4 0,14-1 0,8-2 0,6-6 0,29 0 0</inkml:trace>
  <inkml:trace contextRef="#ctx0" brushRef="#br0" timeOffset="804598">37941 9177 24575,'-4'5'0,"10"26"0,6 17 0,4 8 0,-2-7 0,0 0-480,2 11 1,2 2 479,0-10 0,1 1 0,-2-6 157,-4-11 0,0 0-157,16 33 0,-2-1 0,-8-14 40,-2-17 0,-11-17 0,-4-18 0</inkml:trace>
  <inkml:trace contextRef="#ctx0" brushRef="#br0" timeOffset="806113">38667 9176 16696,'68'-10'0,"0"1"0,1-1 0,-1 0 0,-7 2 0,2-1 0,0 1 0,-2 1 0,-4 0-749,12-2 0,-5 2 1,2-1 748,-8 2 0,2 0 0,1 0 0,-4 1 0,4-1 0,-2 1 0,5-1 68,5 0 0,5 0 0,3 0 0,-3-1-68,-5 1 0,-2 0 0,1-1 0,3 1 0,-10 2 0,3-1 0,2 1 0,-1 0 0,-1-1 0,-5 1-332,7-2 1,-5 0 0,-1 0 0,1 1 331,5 2 0,2 1 0,-4 0 0,-8 0 0,-3-2 0,-3 1 306,2 2 0,3 1 0,-4 1-306,0-2 0,0 2 0,21 1 0,3 2 0,-4 0 0,0 1 0,-15 2 0,1 1 0,-1 0 369,16 1 1,0 0-370,-13 0 0,2 2 0,-1-1 0,-6-3 0,-1-2 0,2 1 0,8 3 0,2 2 0,0-1 294,-4-2 1,-1-1 0,2 0-295,-5-1 0,2 0 0,0-1 0,-5 1 0,20 5 0,-4-2 839,-16-5 1,0-2 0,-4 0-840,2 2 0,-1-1 0,16-3 0,-3 0 398,11 0-398,-30 0 0,-8 0 2385,-23 0-2385,-8 2 1307,-3 2-1307,-11 24 0,-9 6 0,-4 7 0,-4 11 0,-2 2 0,-7 3 0,-1-3 693,9-5 0,2-7-693,-7 1 0,17-16 0,3-15 0,5-7 0,-3-5 0,-51 0 0,17 0 0,-6 0-1105,-23-4 1,-3 1 1104,13 2 0,-4 0-806,-5-2 1,-6 1 0,8-1 805,17 3 0,-4 0 0,2 0 0,-12 0 0,-8 0 0,-3 0 0,-2 0 0,4 0 0,10 0 0,1 0 0,-1 0 0,0 0 0,-2 0 0,-3 0 0,-2 0-504,6 0 0,-3 0 0,-3 0 0,-2 0 0,0 0 0,-1 0 1,0 0-1,1 0 0,1 0 0,3 0 504,0 0 0,1 1 0,0-2 0,1 1 0,0 0 0,2 0 0,0 1 0,2-2 0,1 1-482,-6 0 1,1 0-1,1 0 1,1 0 0,3 0-1,1 0 1,3 0 481,-17 0 0,4 0 0,3 0 0,-1 0-186,1 0 1,1 0-1,1 0 1,5 0 185,5 0 0,4 0 0,0 0 0,-14 0 0,-1 0 0,30 0 0,35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8:43:48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2715 10246 24575,'-6'13'0,"-17"36"0,13-13 0,-2 7-923,-7 13 1,-5 10 0,2-1 922,3-5 0,1 1 0,-3 5-620,3-9 0,-2 4 0,-2 2 0,1 1 0,0-2 620,1-1 0,0 0 0,1 0 0,-1-1 0,1 0-755,-3 8 1,0-1-1,1-1 1,0 1 754,0 1 0,-1 2 0,2-4 0,3-7 0,0 1 0,1 1-374,1-3 1,-1 9-1,0 2 1,2-2 373,2-6 0,1-2 0,0 2 0,0 1-478,-1-1 1,0 2 0,-1 1-1,1 0 1,0-1 477,2 0 0,-1-1 0,1 0 0,1-1 0,0-3 0,-1 3 0,2-3 0,-1 0 0,1 1 0,1 4 0,0 2 0,1-1 0,-1-3 103,-2 3 0,1-3 0,1 7-103,2-12 0,2 5 0,1 3 0,-1 2 0,1-1 0,-1-2 0,0 6 0,-1-3 0,0 1 0,1 1 0,0 4-96,1-5 1,1 4 0,-1 2 0,1 1 0,0-2 0,0-2 0,0-6 95,-1 2 0,0-5 0,0-2 0,0-1 0,2 0 0,0 13 0,1 0 0,1-3 0,2-8-172,3 6 0,3-4 172,-3-11 0,1 1 0,2 2 0,3 7 0,3 3 0,3-1 0,5 3 0,2 1 0,2-2 656,-1-3 1,2 0 0,3-1-657,-1-7 0,4 0 0,0-1 0,-3-5 0,11 14 0,-1-6 0,7 0 0,-2-7 0,5 3 1364,-11-23-1364,-5-7 5126,-5-6-5126,40-1 0,-31-7 936,9 2 1,6-2-937,-13-7 0,1 0-195,18 2 0,4 0 195,4-3 0,5 0 0,-21 1 0,4 2 0,2-1 0,-3-1 0,11 0 0,-1-1 0,2 1 0,-8 1 0,2 0 0,0 0 0,-3-1-1150,10 0 0,-2-1 1,-2-1 1149,-10 1 0,-2 0 0,5 0 0,2 0 0,4 0 0,2 0 0,-2 0-332,-7 0 1,-1 0-1,1 0 1,3 0 331,3 0 0,4 0 0,1 0 0,0 0 0,-5 0 0,2 0 0,-3 0 0,-2 0 0,-1 0 0,16 1 0,-2-1 0,-7-1 0,-1-1 0,-9 0 0,14 0 902,-41-2-902,-3 4 1629,-19-3-1629,1 2 0,38 0 0,32 0 0,6 0 0,-20 1 0,4 0 0,4 0 0,1 0 0,3 0-338,-10 0 1,3 0 0,1 0 0,2 0 0,0 0-1,0 0 1,-2 0 337,-1 0 0,1 0 0,-1 0 0,0 0 0,-1 0 0,-1 0 0,-2 0-499,1 1 0,-2-1 0,-1 0 0,-1 0 0,-1 0 0,-2-1 499,14 0 0,-3-1 0,0 0 0,4-1-287,-9 2 0,3 0 0,2 0 0,1-1 0,-1 0 0,-2 0 287,3-2 0,-1-1 0,-1-1 0,0 1 0,3 0-396,-8 2 1,3-1-1,0 2 1,0-1-1,-2-1 1,-2 1 395,0-2 0,-1 0 0,-3 0 0,-1 0 0,-1 0 0,4 1 0,-2-1 0,-2 1 0,2 0 91,1 0 1,1-1 0,0 1-1,-1 0-91,-2-1 0,-1 1 0,1 0 0,4-1 223,7 0 0,5-1 0,3 1 1,0-1-1,-3 2-223,-5 1 0,-1 1 0,-1 0 0,3 0 0,5-1 0,-11 0 0,3-1 0,4 0 0,0-1 0,2 0 0,-2 1 0,-2 0 0,-3 1-203,4 0 0,-2 1 0,-3 0 1,1 1-1,-1-1 0,3 0 203,-4-2 0,2 1 0,0-1 0,0-1 0,0 1 0,-2 1 0,-2 0-33,12 0 0,-1 1 1,-2 0-1,-3 0 1,-2 0 32,0 0 0,-6 0 0,3 0 0,6 0 6,-5 2 1,5-1 0,4 2-1,2-1 1,1 0 0,-1 0 0,-3 0-7,-8 0 0,-1 0 0,-2 0 0,1 0 0,1 0 0,4 0 0,4 0-91,-6 0 1,3 0 0,3 0 0,3 0 0,1 0 0,1 0 0,1 0 0,1 0 0,-1 0 0,-1 0 0,0 0 90,-7 0 0,2 0 0,-1 0 0,1 0 0,0 0 0,-1 0 0,1 0 0,-1 0 0,1 0 0,-2 0 0,0 0 0,0 0 0,7 0 0,1 0 0,-1 0 0,-1 0 0,1 0 0,-2 0 0,0 0 0,-1 0 0,-1 0 0,-1 0 0,7 0 0,-1 0 0,-2 0 0,0 0 0,-1 0 0,-1 0 0,-2 0 0,-1 0 14,-1 0 1,-2 1-1,-2-1 1,-1 0-1,1 0 1,1 0-1,3-1-14,0 1 0,1-1 0,1 0 0,1 0 0,2 0 0,0-1 0,1 1 0,1 0-34,-8 0 1,2 0 0,0 0 0,1 0 0,0 0 0,1 0 0,1 0 0,0 0 0,0 0 0,0 0 33,-2 0 0,1 0 0,1 0 0,1 0 0,0 0 0,-1 0 0,1 0 0,-1 0 0,-2 0 0,0 0 0,-2 0 0,5 0 0,0 0 0,-1 0 0,-2 0 0,0 0 0,-1 1 0,-1-1 0,-1 0 0,-2 0 0,8 0 0,-3 0 0,0 0 0,-2-1 0,0 1 0,-2 0 0,0 0 0,2-1 0,-1 1 0,-1-1 0,0 1 0,-1-1 0,0-1 0,1 1 0,-1-1 0,0 0 0,0-1 0,0 1 0,0 0 87,0 0 1,-1 0-1,1 0 1,-1 0-1,2 0 1,1-1-88,-3 1 0,1-1 0,0 0 0,1 1 0,2-1 0,1 0 0,4 0 0,-9 1 0,3-1 0,2 1 0,1 0 0,2 0 0,-1 0 0,1-1 0,-2 1 0,-1 1 0,-2-1 0,6 0 0,-3 0 0,-1 0 0,-1 1 0,0-1 0,1 1 0,1-1 0,3 1 0,-4 0 0,2-1 0,3 1 0,0 0 0,1 0 0,-1 0 0,-1 0 0,-2 0 0,-2 1 0,-5 0 0,15 0 0,-6 1 0,-2 0 0,-1 0 0,-1 1 0,3-1 0,-9 0 0,1 0 0,0 0 0,0 0 0,0 0 0,0 0 0,-1 0 110,6 0 0,-1 0 0,0 1 1,0-1-1,1 0 0,2-1-110,-3 0 0,0-1 0,1 0 0,1 0 0,1-1 0,0 0 0,2 0 0,-4 0 0,2 0 0,0 0 0,1 0 0,1-1 0,0 0 0,1 0 0,1 0-71,-9 0 1,2 0-1,0-1 1,1 0-1,0 0 1,0 1-1,0-1 1,0 0-1,-2 0 1,0 1 70,2-1 0,-1 1 0,-1-1 0,0 1 0,0 0 0,-1-1 0,0 1 0,0 0 0,0 0 0,7-1 0,2 0 0,0 0 0,-1 1 0,-1-1 0,-3 1 0,-3 0 0,-4 1 0,3 0 0,-6 1 0,-2 0 0,-1 1 0,4-1 0,9-1 0,3-1 0,1 1 0,-2-1 0,-3 1 0,2 0 0,-5 1 0,2 0 0,8-1-55,-19 1 1,4 0 0,3 0 0,2-1-1,2 1 1,0-1 0,1 1 0,-2 0 54,4-1 0,-1 1 0,2-1 0,-1 1 0,2 0 0,0-1 0,1 1 0,1 0 0,-9 1 0,1 0 0,1 0 0,1 0 0,0 0 0,0 0 0,0 0 0,0 0 0,-1 0 0,-2 0 0,3 0 0,-1 0 0,0 0 0,-1 0 0,0 0 0,0 0 0,-1 0 0,-1 0 0,1 1 0,3 0 0,0 1 0,0 0 0,-1 0 0,0 0 0,-1 0 0,-1 1 0,-1 0 0,1 0 0,-2 0 0,-2 0 0,1 1 0,0 0 0,3 0 0,3 0 0,-6 0 0,3 0 0,1 1 0,1-1 0,2 1 0,1 0 0,0 0 0,1 0 0,-1 0 0,-1 1 0,2 0 0,0 0 0,0 0 0,0 1 0,1 0 0,0 0 0,0 0 0,1 0 0,1-1 0,0 1 0,-7-1 0,0 0 0,1 0 0,0-1 0,1 1 0,0 0 0,1 0 0,-1-1 0,2 1 0,-1 0 0,0 0 0,1 0-11,-2 0 0,1 0 0,1 0 0,1 0 1,0 0-1,1 0 0,-1 0 0,-1 0 0,0 0 1,-2 0-1,-1 0 0,-2 0 0,-2 0 11,8 0 0,-2 1 0,-2-1 0,-1 0 0,-2 1 0,0-1 0,1 0 0,0 0 0,1 0 0,4-1 0,3 1 0,1-1 0,0 0 0,0 0 0,-3 0 0,-2 0 0,-4 0 0,-5 0 0,8 2 0,-7-1 0,-4 0 0,2 0 0,6 0 72,0-1 1,5 0 0,2-1-1,2 1 1,0-1 0,-2 1 0,-3 0-73,-1 2 0,-3 0 0,-1 0 0,1 0 0,0 0 0,4-1 0,-8 0 0,2-2 0,3 1 0,0-1 0,-1 1 0,0-1 0,-2 1 0,-3 0 59,7 2 1,-2-1 0,-1 1 0,-2 0 0,-3 0 0,-2-1-60,9-1 0,-3 1 0,-2-2 0,-2 2 0,9 0 0,-2 1 0,2 0 438,-8-2 0,2 0 0,1 0 0,-2 0-438,-6 0 0,-2 0 0,1-1 0,2 1 0,2-1 0,5 1 0,0-1 0,-2 0 0,-5 0 342,10 0 1,-5-1 0,2 0-343,-8 2 0,2 0 0,-1 0 0,-2-1 0,3-2 0,-3-2 0,1 3 0,5 4 0,2 3 0,2-2 496,5-2 1,2-3-1,2 3-496,-13 1 0,2 3 0,1-1 0,3 0 0,-5-2 0,3-1 0,1 0 0,0 0 0,0 0-54,0 1 0,0-1 0,1 0 0,-2 0 1,0 0 53,-5 0 0,0 0 0,-1 0 0,-2-1 0,-4 1 0,13 0 0,-5 0 0,-2-1 132,-10 0 0,-1-2 1,1 1-133,8 1 0,1 0 0,4 1 0,-7-1 0,4 0 0,1 0 0,1 0 71,9 0 0,3 0 0,-1 1 0,-6 0-71,-3 1 0,-5 2 0,0-2 0,4 0 0,0-2 0,-5 2-259,-5 0 0,0 1 259,-5-1 0,4-1 0,-1 0 1005,-1 1 1,-1-1 0,4 1-1006,1-2 0,5 0 0,1-1 0,-3 2 0,8 2 0,-1 0 0,5 1-261,-13-3 1,4 0 0,2 1 0,1 1-1,-2 1 261,-2 4 0,0 1 0,0 2 0,-1 0 0,0 0 0,10 2 0,-2 0 0,0 1 0,-1 3 0,-1 2 0,0 1 0,-2 3 0,-3 3 264,-5 1 0,-2 3 0,-3 3 1,0 1-265,0 5 0,-1 2 0,-1 2 0,-1 0 0,-2 1 0,0 1 0,-1 0 0,-1 2-277,1 1 0,0 1 0,-3 0 0,-2 0 277,0 5 0,-3 0 0,0 3 0,-1-5 0,2 2 0,0 2 0,0 2 0,-4-3 0,0 2 0,0 1 0,0 2 0,0 1 0,-2-5 0,0 1 0,0 1 0,0 1 0,-1 0 0,-1 0 0,0 3 0,0 1 0,-1 1 0,0-1 0,-3-3 0,-1-3 0,3 8 0,-2-5 0,-3-1 0,-2 1 0,-3-1 0,-2 1 0,-3-3 0,-3-4 0,-3 12 0,-4 1-193,-1-10 0,1 7 0,-3 2 0,-1 0 193,-3 2 0,-3-1 0,-1 2 0,-1 1 0,2-8 0,-1 0 0,0 2 0,-3 0 0,-1 1-339,-2-6 1,-2 3 0,-1 0 0,-2-1 0,1-2 0,0-2 338,-3 9 0,0-3 0,-1-2 0,-2 2 0,3-8 0,-1 1 0,-1 1 0,1-3 0,-1-3 86,-6 14 1,-1-5 0,-1 2-87,5-9 0,-1 2 0,-1 0 0,0 3 0,1-5 0,-1 1 0,0 1 0,-1 1 0,0 1-180,3-5 0,-1 2 1,-1 0-1,1 1 0,0-2 1,0 0 179,-3 5 0,1 0 0,0-1 0,0-1 0,1 0 0,-5 9 0,-1 1 0,2-4 0,3-6 189,-6 6 0,1-1-189,7-7 0,-1 6 0,-1 2 0,0-2 0,0-6 0,-1-3 0,-1 2 0,-1 4 2,4-6 0,-2 3 1,0 3-1,-1 0 1,0-1-1,1-4-2,-2 2 0,-1-2 0,1-2 0,0-1 0,1-1 0,-5 6 0,1-1 0,0-3 0,0-2-340,-5 2 1,0-4-1,-1-2 340,1-4 0,0-1 0,-2-2 745,-2 2 1,-2-2-1,-4 3-745,-5-1 0,-6 1 0,-1 1 0,2-3 0,7-5 0,2-1 0,-2-1 0,-4 2-389,2-4 1,-4 2 0,-3 1 0,0 0 0,1-3 0,4-3 388,-6 2 0,4-3 0,1-2 0,-3 1 0,3-2 0,-1 0 0,-2 1 0,2-2 0,3-2 406,2-3 0,4-2 1,-1-1-1,-5 2-406,2-1 0,-3 2 0,-2 0 0,-2 0 0,-1-1 0,1-1 0,-2-2 0,-1 0 0,0-1 0,-1-1 0,-1 1 0,0 0-164,4 0 1,-1 1 0,-1 0 0,0 0 0,0 0 0,1-1 0,2-1 163,-5 0 0,2-1 0,0 0 0,1-1 0,2 0 0,2 0-265,-14 2 1,3 0 0,2-1 0,2-1 264,7-1 0,1-1 0,2-1 0,-1 0 0,2-1 0,0 0 0,0-1 0,0-1 0,-15-1 0,0-1 0,-2-1 453,10 1 0,-1-1 0,-2 0 1,0-1-454,-6 0 0,-2-1 0,0-1 0,-3 1 0,6 0 0,-2 0 0,-1 0 0,1 0 0,3 0 0,-7 0 0,3 0 0,0 0 0,-1 0 0,12 0 0,-2 0 0,1 1 0,-1-1 0,1-1 0,4 0 0,0-1 0,1 0 0,-1 1 0,-2-1-110,-9 2 0,0-1 0,-2 1 0,-2 0 0,-1-1 110,3 0 0,-2 0 0,-2-1 0,1 1 0,1 0 0,2 0 124,-2 0 0,1 2 0,2-1 0,2 0 1,1 0-125,-4-2 0,2 1 0,2-1 0,1 0 0,6 2 0,2 0 0,1-1 0,2 1-16,-5-2 1,3-1-1,-4 1 16,2 0 0,-3 0 0,-3 0 0,-3 0-89,-1 1 1,-4 1 0,-1 0 0,-1 0 0,3-1 88,7 0 0,3-1 0,-1 0 0,-1 1 0,-3-1 0,5 2 0,-4 0 0,-3 0 0,0 0 0,2 0 0,1 0 0,5 0-175,-2 0 0,4 0 1,2 0-1,1 0 1,-3 0 174,-2 0 0,-2 0 0,0 0 0,3 0 0,2 0 0,-13 0 0,4 0 0,-2 0 302,13 0 0,-1 0 0,-2 0 0,-2 0-302,4 0 0,-2 0 0,-2 0 0,-2 0 0,0 0 0,-7 0 0,-2 0 0,-1 0 0,-1 0 0,-1 0-3,8 0 0,-1 0 1,-1 0-1,1 0 1,2 0-1,3 0 3,-9 0 0,4 0 0,3 0 0,-1 0 0,1 0 0,1 0 0,2 0 0,7 0 0,-7 0 0,0 0 35,2 0 1,-8 1 0,-5-1 0,0-1-36,11 0 0,-2 0 0,0-1 0,-3 0 0,-3 1 0,7-1 0,-4 1 0,-2-1 0,0 1 0,0 0 0,3-1 0,3 1-11,-5-1 1,4 0 0,2 0 0,0 0 0,-3 0 10,3 0 0,-2 1 0,-1-1 0,1 1 0,3 0 0,4 0 0,-17 1 0,6 0 0,-8 0 0,14 0 0,-7 0 0,-3 0 0,-3 1 0,-1-2 0,2 1-136,7-1 0,0 0 0,-1 0 1,0 0-1,-1 0 0,0-1 1,-2 1 135,3 0 0,-2 0 0,-1 0 0,0 0 0,-1-1 0,1 1 0,0 0 0,2-1-110,-5 0 1,1-1 0,0 0 0,1 0 0,0 0-1,1 1 1,1 0 109,5 0 0,0 0 0,1 1 0,0-1 0,1 1 0,1 0 0,0-1-204,-4 1 1,2-1 0,0 1 0,1-1 0,-1 1 0,0 0 203,-1 1 0,-1 0 0,0 0 0,1 0 0,-1 1 0,0-2 29,1 0 0,1 1 1,1-2-1,-2 1 1,-2-1-1,-3 0-29,4 0 0,-4-1 0,-2 0 0,-1-1 0,-1 0 0,1 1 0,1-1 0,1 0-83,-1 0 1,2 0 0,1 0 0,0 0 0,-2 0 0,-2-1-1,-4 0 83,15 1 0,-4 0 0,-2-1 0,-2 0 0,-1-1 0,0 1 0,0 0 0,2 0 0,1 0 0,3 0 0,4 1 0,-12-1 0,4 1 0,3 0 0,1 0 0,1 0 0,-2 0 0,-1-1 0,3 1 0,-3 0 0,0 0 0,0-1 0,0 1 0,2-1 0,3 1 0,2 0 175,-11-2 1,4 1 0,3 0 0,-1 0 0,-3 0-176,2 0 0,-1 1 0,-1-1 0,-2 1 0,-1-1 0,-3 0 0,10 0 0,-2 0 0,-1-1 0,-1 0 0,-2 0 0,0 1 0,-1-1 0,-1 0-31,8 2 0,-1-1 1,-1 0-1,0 1 0,-2-1 1,1 1-1,-2-1 0,0 0 1,0 1-1,-1-1 31,0 0 0,-2 0 0,-2 0 0,0 0 0,-1 0 0,0-1 0,1 1 0,2 0 0,1 0 0,2 0 0,3 0 0,-6 0 0,4 1 0,2-1 0,1 0 0,2 1 0,-1-1 0,-1 0 0,-1 0 0,-4 0 0,-2 0 0,-1-1 0,-1 1 0,3-1 0,1 1 0,5-1 0,6 1 225,-15-2 0,10 0 0,0 1 0,-7-2-225,11 3 0,-5-1 0,-4-1 0,0 1 0,-1-1 0,1 1 0,4-1 0,0 0 0,3 0 0,1-1 0,0 1 0,-3-1 0,-2 0-123,3 1 1,-4 0 0,-2-1 0,-1 0 0,1 0 0,0 0-1,4 1 1,3-1 122,-13-1 0,5 0 0,3 0 0,-1-1 0,-2 1 0,5 0 0,-1 1 0,-1-1 0,0 0 0,3 1 0,2 0 0,-9-2 0,4 1 0,1 1 0,-6-1 148,8 2 1,-3-1 0,-2 1 0,-2-1 0,1 1 0,2 0-149,5 1 0,2 0 0,0 0 0,-1 0 0,-2 0 0,-4-1 0,6 1 0,-4-2 0,-3 1 0,-2-2 0,0 1 0,0 0 0,1 0 0,3 1 0,4 0-148,-12-1 0,5 2 0,2-1 0,0 1 1,-1-1-1,-1 0 148,1-1 0,-1-1 0,-2 0 0,0 0 0,2-1 0,2 2 0,4 0 0,-6 0 0,5 1 0,2 0 0,0 0 0,-1 0 0,0-1 0,0 1 0,0 0 0,1-1 0,3 1 301,0 1 1,4-1 0,-1 1 0,-6-2-302,0 1 0,-6-2 0,-2 1 0,-2-1 0,0 0 0,2 1 0,5 1 0,2 1 0,0 0 0,-1 0 0,-3-1 0,-5 0-95,13 1 1,-4-1 0,-3 0 0,-3-1 0,0 1 0,0-1-1,0 1 1,3-1 0,2 2 0,4-1 94,-14 0 0,5 0 0,2 1 0,1 0 0,0-1 0,-4 1 0,3 0 0,-4 0 0,-2 0 0,1-1 0,3 1 0,5 0 0,7 1 0,-16-4 0,11 1 0,-9 0 80,11 2 1,-5 1 0,-4-1 0,-3 0 0,0 0 0,0-1-81,7-1 0,-1 0 0,0-1 0,-1 0 0,-1-1 0,0 1 0,-1 0 0,6 1 0,-1 0 0,-1 0 0,0-1 0,0 1 0,0 0 0,1 0 0,1 0-160,-5-1 1,-1-1-1,2 1 1,0-1 0,1 1-1,2 0 1,2 1 159,-9-2 0,3 2 0,1-1 0,3 1 0,1 0 111,-5-1 0,3 0 1,1 1-1,-1 0-111,0 3 0,-1 1 0,1-1 0,-1 0 0,1-3 0,0 0 0,-1-1 0,-2 0 0,7 2 0,-1 0 0,-1 0 0,-2 0 0,1 1 172,-4 0 0,0 0 0,-1 1 0,-1-1 0,0 0-172,5 0 0,-1-1 0,0 0 0,-1 0 0,2 0 0,1 1-12,-3 0 0,2 1 1,1 0-1,0 0 1,2-1 11,1 0 0,-1-1 0,1 0 0,5 0 0,5 0 0,1-1 0,7 0 0,-6-1 389,-12 1 1,-6-2 0,-3 0 0,1-1-390,3-2 0,1-1 0,-2-1 0,-5 0 0,9 2 0,-6 0 0,-1-1 0,-1 1 0,2-1 0,5 1-61,6-1 1,3 0 0,2 0 0,-2 0 0,-1 0 60,-3-1 0,-4 0 0,-2-1 0,3 1 0,5 0 0,10 1 0,-14-7 0,2 0-73,9 5 0,-9 0 0,-3-2 0,1 0 0,7 1 73,-3-5 0,6 0 0,-7-2 219,2 0 1,-6-2-1,-4-2 1,1 0-1,3 1-219,9 3 0,3 0 0,-1 0 0,0-1 0,-4-2 0,-5-4 0,-6-2 0,-1-1 0,0-1 0,3 0 0,5 2-268,-5-5 1,5 1-1,2 0 1,-2-1 267,6 5 0,-3-1 0,1 0 0,2 0 0,5 1 0,-6-9 0,5 0 0,0 0 0,8 8 0,-2-1 0,1-1 0,1-1 400,0-3 0,1-3 0,0 0 0,-1-1-400,-6-5 0,-2 0 0,-1-2 0,1 0 0,9 7 0,0-1 0,0 0 0,1 2 0,3 2 189,-9-7 1,3 4 0,-1 0-190,-9-8 0,-2 1 0,6 6 0,11 10 0,2 0 487,-2-4 0,-1-4 0,2 2-487,-6-4 0,4-1 0,-1-8 0,5 0 0,12 14 0,2 1 1153,-4-4 0,-1-1-1153,0 3 0,-2-4 0,4 0 0,-2-4 0,1 0 478,-10-13 0,0-3-478,7 2 0,1-4 0,2 4 0,0 0 0,4 3 0,1-2 0,4 4 0,4-5 3057,8 11-3057,-7-17 253,10 13-253,-3-4 0,-1-5 0,2 8 0,2-2-480,3 6 1,-1-3 0,1 0 479,-3 0 0,0 0 0,1 4 0,2-3 0,0 0 77,0-2 1,0-4 0,0 2-78,4-8 0,-1-2 0,-2 1 0,-1-5 0,1 0-820,1 2 0,0 0 0,0 7 820,-2 0 0,0 3 0,-1-13 0,2 8-756,5 7 756,-2 10 0,0-3 0,0 6 0,0-2 0,2-21 0,1-2 0,-3 9 0,0 1 0,0 3 0,0 0 0,0 8 0,-1 3 0,-3-18 0,5-10 0,2 12 2719,-1 6-2719,4-15 0,-6-3 0,-1 37 0,0 0 0,0-24 717,2 19-717,-4 13 3437,9-9-3437,-4-10 1174,5-18-1174,-5 6 0,3 0 0,-8 16 0,10-10 0,-2 12 0,0-5 0,-2-4 0,1-2 0,3-1 0,0-1 0,1-11 0,-1 3-795,-8 23 1,1 2 794,11-8 0,-2 3 0,-10-10 0,3 17 0,2-1 0,-2-3 0,0-4 0,-1-23 0,2-3-803,2 14 1,0 1 802,-1-12 0,-1 7 0,3 9 0,-3-14 0,-1 43 726,-1-13 1,1-5-727,5-20 0,3-1 0,-4 3 0,-3 39 0,-1-12 1741,0 16-1741,-5 0 0,4 12 0,1-2 0,1 6 0,4 0 0,-2 0 0,6-2 0,1-2 0,2-2 0,-3 3 0,0 0 0,-6 3 0,3 0 0,-8-3 0,4 3 0,-8-3 0,3 3 0</inkml:trace>
  <inkml:trace contextRef="#ctx0" brushRef="#br0" timeOffset="1831">998 16628 24575,'42'0'0,"0"0"0,26 0 0,5 0 0,-22 0 0,0 0 0,3 0-1932,11 0 0,3 0 1,-3 0 1931,-12 0 0,-3 0 0,2 0 0,9 0 0,3 0 0,2 0-248,-7 0 0,2 0 1,1 0-1,0 0 248,0 0 0,1 0 0,0 0 0,-5 0 0,5 0 0,-3 0 0,-4 0 0,10 0 0,-19 0 1450,-38 0-1450,0 0 0,0 0 0,17 0 2740,-5 0-2740,23 0 2596,-23 0-2596,5 0 0,-17 0 0,-6-3 0,-3 2 0,-20-29 0,-22-22 0,12 7 0,-10-4 0,33 38 0,-1 4 0,1-2 0,-3-4 0,3 2 0,-3-6 0,6 10 0,2 2 0</inkml:trace>
  <inkml:trace contextRef="#ctx0" brushRef="#br0" timeOffset="2581">2658 16337 24575,'25'55'0,"-1"-1"0,2-6 0,0-1 0,0 6 0,-1-3 0,-4-15 0,-2-2 0,8 21 0,-19-32 0,-5-9 0,-14-13 0,3 0 0,-3 3 0,-8 4 0,-27 25 0,-6 8 0,19-15 0,-1 1-549,-24 19 1,4 0 548,16-4 0,13-16 0,14-7 0,2-9 0,6-3 0</inkml:trace>
  <inkml:trace contextRef="#ctx0" brushRef="#br0" timeOffset="12015">11840 18118 24575,'10'0'0,"1"0"0,-2 0 0,20-5 0,19 4 0,6 1 0,-13-2 0,0-1 0,12 3 0,5 0 0,-8-1 0,2-1 0,-4 0 0,-6-1 0,1-1 0,30-1 0,-4-1 0,-11-3 0,-36 2 0,-14 1 0,-8 3 0,3 0 0</inkml:trace>
  <inkml:trace contextRef="#ctx0" brushRef="#br0" timeOffset="12498">12427 17731 24575,'34'26'0,"-7"4"0,0 4 0,-7 7 0,3 3 0,-6 21 0,-3-4 0,-9-7 0,-8-27 0,-3-14 0,0-4 0,-11-2 0,-1 6 0,-6-2 0,2 0 0,5-5 0,7-1 0,4-4 0,3 1 0</inkml:trace>
  <inkml:trace contextRef="#ctx0" brushRef="#br0" timeOffset="13301">11655 20299 24575,'56'-27'0,"-6"9"0,21 17 0,-12 3 0,-17 3 0,-1 0 0,3-3 0,-1 4 0,-31-6 0,0 0 0,8 0 0,22-11 0,-5 2 0,3-7 0,-19 7 0,-14 6 0,-1 0 0,-3 3 0</inkml:trace>
  <inkml:trace contextRef="#ctx0" brushRef="#br0" timeOffset="13864">12234 20023 24575,'17'8'0,"-6"-3"0,3 6 0,-8-5 0,8 21 0,-9-3 0,5 41 0,-15-21 0,-5 18 0,-4-1 0,1-21 0,-2 4 0,2 23 0,1 0 0,0-22 0,1-3 0,3 8 0,1-11 0,2-28 0,1-8 0,-2-3 0,0-6 0,3 5 0,0-4 0</inkml:trace>
  <inkml:trace contextRef="#ctx0" brushRef="#br0" timeOffset="14564">11449 22110 24575,'8'-2'0,"2"1"0,12-5 0,6 0 0,12-3 0,3 3 0,9 1 0,11 5 0,3 3 0,-24 0 0,-1 0 0,17 6 0,-5-3 0,-12-1 0,-21-5 0,6 0 0,-11 0 0,0 0 0,6 0 0,-5 0 0,1 0 0,-7 0 0,-2 0 0,-4 0 0,-2 0 0</inkml:trace>
  <inkml:trace contextRef="#ctx0" brushRef="#br0" timeOffset="15098">12132 21654 13022,'28'5'0,"17"18"4594,-10-10-4594,22 27 2007,-41-31-2007,11 11 1112,-11-10-1112,-5 0 3840,8 6-3840,-6-3 0,9 18 0,-11-10 0,2 6 0,-9-11 0,-10 4 0,-21 9 0,-5 11 0,-4-13 0,10-1 0,9-19 0,6-1 0,-10-2 0,7-2 0,-11-1 0,8 4 0,0-4 0,11 4 0,-2 1 0,1 4 0,0-3 0,2-2 0</inkml:trace>
  <inkml:trace contextRef="#ctx0" brushRef="#br0" timeOffset="17014">14903 18442 24575,'13'9'0,"-1"13"0,8 40 0,-7-4 0,5 10 0,-7-20 0,-5-9 0,1 6 0,2 8 0,-6-21 0,1-7 0,-1-16 0,-3-6 0</inkml:trace>
  <inkml:trace contextRef="#ctx0" brushRef="#br0" timeOffset="17431">14887 18777 24575,'33'21'0,"-1"0"0,9 14 0,-5-8 0,-3 0 0,-3 9 0,10 5 0,-23-17 0,22 13 0,-30-23 0,9-4 0,-10 2 0,5-6 0,-10-4 0,9-2 0,-2-5 0,47-31 0,-39 22 0,29-20 0</inkml:trace>
  <inkml:trace contextRef="#ctx0" brushRef="#br0" timeOffset="18548">15335 20811 24575,'-3'43'0,"0"0"0,2 24 0,-2-18 0,-1 2 0,1-10 0,0 1 0,-1 18 0,0 1 0,0-13 0,0-2 0,0 1 0,2-5 0,2-5 0,0-25 0,-3-6 0,2-4 0,-1-2 0</inkml:trace>
  <inkml:trace contextRef="#ctx0" brushRef="#br0" timeOffset="19065">15090 21261 24575,'0'6'0,"2"3"0,-1 0 0,6 17 0,9 23 0,5 9 0,6 3 0,-8-18 0,-6-22 0,-6-10 0,-1-6 0,0-4 0,5 2 0,-4-3 0,5 0 0,-6 0 0,0 0 0,30-17 0,-14 4 0,15-12 0,0-3 0,-14 5 0,22-23 0,-34 28 0,0-1 0,-3 8 0,-6 5 0</inkml:trace>
  <inkml:trace contextRef="#ctx0" brushRef="#br0" timeOffset="26716">33553 18613 24575,'10'59'0,"0"0"0,0-1 0,1-4 0,0-1 0,-3-7 0,-2 28 0,2-13 0,-4-32 0,1 11 0,2-2 0,-1 3 0,0-3 0,-6-21 0,0-12 0</inkml:trace>
  <inkml:trace contextRef="#ctx0" brushRef="#br0" timeOffset="27935">32860 18771 24575,'36'33'0,"-4"-6"0,-20-19 0,-2 1 0,18 12 0,-17-11 0,12 9 0,-10-13 0,15 17 0,16 17 0,-5-3 0,-4 5 0,-12-15 0,-6-3 0,16 21 0,-16-17 0,3 8 0,-11-19 0,-3-5 0,-3 5 0,3-1 0,-3 7 0,6-1 0,-3-4 0,6 0 0,-5-1 0,27 39 0,-17-24 0,6 14 0,4 6 0,-6-8 0,-1-1 0,-1-3 0,0 2-1600,6 9 1,0 4 1599,2 14 0,-1-1 0,-2-14 0,0 2 0,-4-4 0,2 4 0,-1 2-408,2 6 0,-1 1 0,0-1 408,0-7 0,-1-1 0,1 3 0,-2 4 0,0 6 0,0-1 0,-2-8 0,5 5 0,-2-3 0,-7-5 0,0 3 0,-2-9 0,7 13 0,-11-23 0,0 2 0,3-5 0,-1-3 0,-5 8 0,3 2 0,-2-25 0,0-45 0,2-36 0,0-12 0,1 9 0,2 5 0,0 2 0,1-7-556,-4 8 1,1-7 0,0-4 0,-1-1 0,1 1-1,0 5 556,2-14 0,0 4 0,-1 0 0,1-2 0,-1 5 0,0-1 0,0-1 0,0 0 0,0-1-246,-2 8 0,-1-1 1,1 0-1,-1 0 0,1 2 1,0 2 245,4-17 0,1 3 0,0 2 0,-2 4 0,-2-7 0,-2 4 0,1 15 0,5-1 0,-16 58 0</inkml:trace>
  <inkml:trace contextRef="#ctx0" brushRef="#br0" timeOffset="28831">41641 18697 24575,'9'31'0,"-2"-5"0,-3 26 0,-1 9 0,-2-14 0,0 3-2581,1 9 1,1 7-1,-1-1 2581,-1-7 0,-2 0 0,1 0 0,0 6 0,0 2 0,0-1 0,0 1 0,0 1 0,0 4 0,1-12 0,1 3 0,-1 3 0,1-1 0,0-1-318,0 8 0,0-2 0,1 2 0,0 4 318,0-7 0,1 6 0,1 1 0,-1 1 0,1-2 0,-1-6-388,1 8 0,0-4 0,0-3 1,-1 0 387,1-5 0,-1-1 0,0-1 0,0-1 0,2 12 0,-1-3 0,0-7-419,-1-12 1,0-1 418,0 26 0,1-4 608,5-6 0,-9-35 0,3-18 1</inkml:trace>
  <inkml:trace contextRef="#ctx0" brushRef="#br0" timeOffset="29248">41718 21604 24575,'8'36'0,"1"10"0,-3-18 0,7 11 0,-8-23 0,22 16 0,-3-7 0,3-3 0,-6-12 0,-17-10 0,2 0 0</inkml:trace>
  <inkml:trace contextRef="#ctx0" brushRef="#br0" timeOffset="31082">31345 8648 24575,'2'9'0,"-1"24"0,3 18 0,1 12 0,-4 1 0,-1 8 0,0 0-3277,2 1 0,0 0 0,0 2 3243,0-8 0,1 4 1,-2-1-1,1-3 34,-1 6 0,-1-3 0,1 2 0,2-11 0,2 1 0,-1 0 0,-1-3 126,-1 5 0,-2-3 0,0 7-126,2-13 0,0 6 0,1 3 0,0 1 0,0 1 0,0-2 0,0 0 0,-1-1 0,1 1 0,0 0 0,0 1 0,1 2-338,-1-2 1,1 2-1,0 1 1,0 0-1,0 1 1,0 0 0,1 0 337,0 1 0,-1 1 0,2 1 0,-1-1 0,0 0 0,1-2 0,-1-1-471,1 0 0,0-1 0,0-2 0,1 0 0,-1 0 0,0 2 471,0 3 0,0 0 0,0 1 0,1 1 0,-1-1 0,0 1 23,0 1 0,0 0 0,0 1 0,0 0 1,1 1-1,-1 2-23,-1-11 0,1 2 0,0 1 0,-1 0 0,1 1 0,0 0 0,-1-1 0,1-2-193,0 6 1,-1-1-1,1-1 1,-1 0-1,1 0 1,-1 0 0,1 2 192,0-5 0,0 1 0,-1 1 0,1 0 0,0 0 0,0-1 0,-1-1 0,0-1 0,0 2 0,0-1 0,-1-1 0,0 0 0,0-1 0,0-1 0,-1 1 0,1 8 0,0-1 0,-1 0 0,0-1 0,-1 1 0,1-1 0,-1 0 0,0 1 0,-1 0 0,0-1 0,0-3 0,0-2 0,-1-2 0,0-5 0,0 0 0,0 0 0,0 3-67,0-2 0,0 3 1,0 1-1,0 0 1,0-2-1,0-2 67,0 11 0,0-4 0,0 0 0,0 4 88,0-11 0,1 2 0,-1 2 0,0 1 0,0 2 0,-1 1-88,0 2 0,-1 2 0,0 1 0,-1 2 0,1 0 0,-1 0 0,0 0 0,0-8 0,0 1 0,-1 1 0,1-1 0,-1 1 0,0-2 0,0 0 0,1-2 0,-1 1 0,-1-1 0,1-1 0,0-1 0,-1 0 0,1 0 0,0 0 0,0 2 0,0 2 0,1-1 0,-1 0 0,0-2 0,1-4 0,-1-5 180,-1 23 1,0-8-1,0 3-180,2-7 0,1 3 0,0 0 0,-1-1 0,0-3 0,-2-1 0,0 1 0,1-1 0,-1 1 0,1-1 0,-1 0 0,1 2 218,2-7 0,0 0 0,0 0 0,0 2 0,1 0-218,-1 6 0,0 1 0,1 0 0,-1-1 0,1-1 0,1 7 0,0-2 0,0-1 0,0 0 0,0 0 0,1 2 0,-1-4 0,-1-7 0,-2 9 0,0-4 265,2-13 0,1 2 1,0-2-266,-3 13 0,-1 3 537,1-16 1,-1 6 0,0 2 0,1 0-538,0 3 0,1 1 0,-1 0 0,0 1 0,-3 2 0,0 1 0,-1-2 0,2-2 0,1 6 0,2-3 0,-1-5 0,-1 10 0,1-10 3115,3 10-3115,-3-28 0,0-1 0,2 10 0,-5 7 2893,6-39-2893,0-9 2664,0-2-2664,0-5 651,0 1 1,0-4-1,0-2 1</inkml:trace>
  <inkml:trace contextRef="#ctx0" brushRef="#br0" timeOffset="33782">31982 8149 8197,'5'-12'0,"2"2"5063,0 1-5063,8 2 2817,7-1-2817,17 3 0,11 1 0,19-3 0,9 0-705,-23 2 0,4 0 0,2-1 0,2 0 705,8 0 0,3-2 0,-1 1 0,-3 1 0,3-1 0,-3 1 0,5 0 0,-10 1 0,6-1 0,2 1 0,-5 1 0,-8-1 649,13 1 1,-1 0-650,-13 0 0,6 1 0,5-1 0,3 0 0,-1 1 0,-6 0 0,2 0 0,0 0 0,2 0 0,1 0 0,2 1 0,-10-1 0,2 1 0,1 0 0,1 0 0,1 0 0,0-1 0,0 1 0,0-1-434,3 1 1,1-1 0,1-1 0,0 1 0,0 0 0,-1 0 0,-1 0 0,-2 0 433,0 0 0,0 0 0,-1 1 0,-2-1 0,-1 0 0,-3 0 0,-3 0-420,17-3 0,-5 0 1,-3 0-1,-1 0 420,-7 1 0,0 1 0,-3-1 0,-6 2 1316,13-2 1,-6 0-1317,3 1 0,-10 1 2458,-25 3-2458,-11 0 5156,22 0-5156,-19 0 0,31 9 0,14 8 0,-14-3 0,3 3 0,1 1 1209,5 1 1,2 1-1,1 2-1209,-6-1 0,3 2 0,-1-1 0,-7-1 0,9 2 0,-6-1 0,-6 1 0,-6-2 0,-9-9 0,-21-10 0,-4 4 0,2-2 0,-3 2 0,0-1 1288,-3-2-1288,2 1 0,1 4 0,1 1 0,11 11 0,-5 2 0,25 24 0,-18-18 0,21 20 0,-6-4 0,-7-14 0,14 27 0,-8 9 0,-10-19 0,2 17 0,-15-5 0,-1 1 0,0-2 0,-1 4 0,-5-7 0,-1 0 0,3 3 0,0 2 0,-6 10 0,0-2-984,2-26 1,1 0 983,-3 6 0,0 4 0,2 1 0,3-2 0,2 0 0,-1 2 0,-2 13 0,-1 4 0,1 4 0,2-15 0,2 4 0,1 1 0,-1-1 0,-1-3-1052,-1 1 0,-2-4 0,1 0 0,0 3 1052,3 10 0,0 3 0,1-1 0,-2-4 0,-1 1 0,0-5 0,-1-2 0,0-8 0,0-2 0,1 1-563,2 12 1,0 1-1,0 5 563,-1-4 0,-1 4 0,0 3 0,1 2 0,0-14 0,0 2 0,0 1 0,1 3 0,-1 1 0,0 1-523,-1-5 1,0 2-1,0 2 1,-1 2 0,1-1-1,0-1 1,-1-2 0,0-4 522,1 14 0,0-5 0,0-1 0,-1 0 0,2 2 0,-1-4 0,1 2 0,1 1 0,-1-1 0,-1-4 0,-1-6 0,0 16 0,-2-7 0,1 8-250,1-14 0,0 7 1,1 3-1,1 3 0,-1 1 1,-1-2 249,-1-8 0,1 1 0,-2 0 0,1 1 0,0 1 0,0 1 0,0 1 0,0-5 0,0 2 0,0 2 0,0 1 0,0 0 0,0-1 0,0-1 0,0-2 0,0-4-156,0 10 0,1-3 1,0-2-1,-1-2 1,1 1-1,-1 2 156,0-5 0,0 2 0,0 1 0,0-1 0,0-2 0,-1-3 0,0-5-235,-1 8 1,0-6 0,0-1 0,1 3 234,0 0 0,0 3 0,1 1 0,-1 1 0,0-2 0,-2-2 0,-1-1 0,0 1 0,0 0 0,1 0 0,1 4 0,2 1 0,0 0 0,-1 1 0,0 1 182,-2-8 1,-1 0 0,0 1 0,0 1 0,0-1 0,1 1-183,0 0 0,0 1 0,1 0 0,-1 0 0,1-2 0,-2 0 20,1 8 1,-1 0 0,0-2 0,0-2 0,-1-5-21,1 12 0,0-6 0,0-2 0,0-7 0,0-1 0,0 2 795,1 5 1,-1 3 0,-1-1-796,0 3 0,-2 0 0,1 4 0,0-2 0,0 4 0,0-1 0,-1-8 852,0 7 0,-2-4-852,1-12 0,-1 0 0,0-5 0,1-7 0,-1-2 0,-2 25 0,-2 3 0,2-2 0,-2 4 0,2-18 0,-1 6 0,0 2 0,0-1 0,1-4 0,1-1 0,0 2 0,-1 4-308,0-5 1,0 4 0,0 3 0,0-1 0,0-1-1,0-5 308,-2 8 0,1-4 0,0-2 0,0 3 0,1 7 0,0 3 0,1-2 0,-1-6 695,-1-5 0,-1-5 0,2 2-695,1 8 0,0 2 0,1-1 0,0-3 0,-1-1 0,1-2-275,-1-6 0,1-1 0,0-3 275,-2 13 0,0-9 0,0-3 1197,2-28-1197,5-10 5436,0-8-5436,-3 3 1027,3 3-1027,-10 8 3043,1 16-3043,-3-7 0,-9 35 0,10-26 0,-9 29 0,-1 9-979,5-18 0,1 2 979,2-8 0,0 2 0,1-4 0,-1-3 0,3-6 0,0 7 0,6-37 0,-2 0 0,0-8 0,-1-3 0,-2 0 0,0 2 0,-51-1 0,-4 0 0,-10 1-198,16-1 1,-3 2 0,-6 0 197,7-1 0,-6 1 0,-2 0 0,1 1 0,3 0-1409,-1 2 1,2 0 0,1 1-1,-3 0 1409,2 0 0,-3-1 0,-1 0 0,1 1 0,2 1 0,-5 4 0,4 0 0,-2 2 0,-6 0-461,15-4 0,-3 1 0,-3 1 0,-2-1 0,-1 1 0,0 0 0,0 0 461,-3 0 0,-1 1 0,-1-1 0,-1 1 0,0-1 0,-1 0 0,-1 0 0,3-2 0,-1 0 0,-2 0 0,-1-1 0,1 1 0,1-2 0,0 1 0,3-1-430,0 1 1,0-1 0,1 0 0,2 0 0,0-1 0,2-1 0,1-2 429,-12 0 0,1-1 0,2-2 0,3 0 0,3 0-182,2 2 1,5-1 0,1 0 0,0-1 181,-2 0 0,-1-1 0,2 0 0,7-1 1009,-10 1 0,7 0-1009,-3 0 0,13 0 2618,35 0-2618,3 0 4942,0 0-4942,3 0 4434,-3 3-4434,-3-2 1128,-1 1-1128,1-2 0,-14 5 0,-11 1 0,-7 1 0,3 0 0,-3 0 0,-25 4 0,-2-1 0,22-3 0,0 0 0,-16-3 0,1 0-923,19 3 1,0-2 922,-10-4 0,0 0 0,7 5 0,4 0-139,-15-4 139,20 1 0,2 1 0,-9 1 0,-9-3 0,16 3 0,15-5 0,17 0 0,5 0 0</inkml:trace>
  <inkml:trace contextRef="#ctx0" brushRef="#br0" timeOffset="34885">33632 22809 24575,'0'52'0,"0"-10"0,0 6 0,0 13 0,0 5-1773,2-16 1,1 2 0,-1-1 1772,-1 20 0,0 1 0,1-16 0,1 2 0,-1-1-288,-2-5 1,0-1 0,0-2 287,0 12 0,0-4 617,0-9 1,0-10-618,0-20 0,0 4 0,0-16 0,0-2 0,0-2 0</inkml:trace>
  <inkml:trace contextRef="#ctx0" brushRef="#br0" timeOffset="35731">33614 22957 24575,'-5'6'0,"1"0"0,-8 3 0,6-2 0,-33 36 0,-10 14 0,21-25 0,0 1 0,-12 11 0,-5 6 0,5-3-731,3 4 0,6-6 731,-13 10 0,14-7 356,27-40-356,3-7 0,0 2 0,3-3 0</inkml:trace>
  <inkml:trace contextRef="#ctx0" brushRef="#br0" timeOffset="36218">33681 22972 24575,'16'8'0,"20"27"0,-3 9-1215,-6-11 1,1 3 1214,0 1 0,1 3 0,12 15 0,0 1 153,-10-9 0,0 1-153,17 11 0,-2-2 0,-21-20 0,-1-4 0,22 14 509,-25-20-509,-12-21 0,-3-4 0,-3-2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8:44:42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6796 7622 24575,'0'40'0,"-10"30"0,1-11 0,-1 11 0,-3 3-2458,1-13 0,-2 2 1,0 1-1,0 1 2158,-1 5 0,-1 1 1,1-1-1,0-2 300,-2 5 0,1-3 0,0 1 247,4-12 0,0 2 0,0-1 1,0 0-248,-1 12 0,0-1 0,-1 7 0,3-19 0,0 5 0,-1 2 0,0 3 0,0 0 0,0-1-363,0 4 0,0 1 0,1 1 0,-1 0 1,1 0-1,-1-2 363,2-4 0,-1 0 0,0-1 0,1 0 0,0-2 0,0-1-548,1 3 1,0-2 0,1 0-1,0-1 1,0 2 547,-1 6 0,0 2 0,0 0 0,1-1 0,0-1 149,2-9 0,0-3 0,0 0 0,1 3 0,0 5-149,0-7 0,0 5 0,0 2 0,0 3 0,0 0 0,0 1 0,1-1 0,0-3 0,1 6 0,0-1 0,0 0 0,1 0 0,0-1 0,0 0 0,0 0-222,1 1 1,-1 0 0,1-1 0,0 1 0,0-2 0,0 0 0,0-3 221,1 0 0,0-2 0,0-1 0,0-1 0,0 0 0,0-1 0,0 12 0,0 0 0,0-1 0,0-1 0,0-2 398,2 7 0,0-2 0,0-1 1,0-3-399,-1-6 0,0-2 0,1-1 0,0-5 1042,2 6 1,0-5-1,0-11-1042,4 0 0,-4-33 0,-1-8 0</inkml:trace>
  <inkml:trace contextRef="#ctx0" brushRef="#br0" timeOffset="2033">6804 7308 17693,'2'-9'0,"2"5"3090,7-2-3090,14 10 0,25-3 0,6-1 0,14 2 0,6-1-1083,-13 0 0,3 1 0,5 0 1,3-1-1,3 1 1083,-17-2 0,2 1 0,2-1 0,2 0 0,2 0 0,1 0 0,1 0 0,1 0 0,0 1-230,-4-1 1,2 1 0,1 0 0,2-1 0,0 1 0,0 0-1,0 0 1,0 0 0,0-1 0,-2 1 0,-2-1 229,8 1 0,-2-1 0,0 0 0,-2 0 0,1 0 0,-1 0 0,1 0 0,1 0 0,1-1 0,-2 1 0,1 0 0,2 0 0,-1 0 0,1-1 0,0 1 0,-1 0 0,0 0 0,-2 1 0,-1-1 0,-2 2 0,-1-1 0,-1 0 0,-1 1 0,0 0 0,-1 0 0,1 0 0,1 0 0,1 1 0,3-1 0,2 1 0,0 0 0,0 0 0,0 0 0,1 0 0,-1 1 0,0-1 0,-1 1 0,-3 0 0,1 0 0,0 0 0,0 0 0,-1 0 0,-1 0 0,0 1 0,-1-1 0,-2 0-237,9 1 0,-3 0 1,-1 0-1,0 0 1,-1 1-1,2-1 1,1 0 236,-3 0 0,2 1 0,2-1 0,-1 1 0,1-1 0,-3 0 0,-1 0 0,-3 0-392,4-1 0,-3 0 0,-3-1 1,1 0-1,1 1 0,3 0 392,-7 0 0,2 0 0,2 0 0,1 0 0,0 1 0,-1-1 0,0 1 0,-2-1 0,1 1 0,-1 0 0,-1 0 0,0 0 0,0 0 0,2-1 0,1 1-33,0-1 0,2 0 0,1-1 0,1 0 0,0 1 1,0 0-1,-1 0 0,-2 0 33,5 2 0,-2 0 0,0 1 0,-1 0 0,1-1 0,0 1 0,1-2 0,-4-1 0,2 0 0,0 0 0,1-1 0,-1 0 0,-1 1 0,-2-1 0,-3 0 0,3 2 0,-3-1 0,-2 0 0,0 1 0,1-1 0,4 1 3,-3-1 0,2 0 0,1 1 0,2-1 0,1 1 0,-1-1 1,-1 0-1,-1 0-3,2 1 0,-2-1 0,0-1 0,0 1 0,0 1 0,3-1 0,1 1 0,-3 0 0,3 1 0,1 0 0,1 0 0,1 0 0,0 0 0,-1 0 0,-2 0 0,-3-1 0,7 0 0,-2-1 0,-1 0 0,-1 0 0,-1 0 0,0 0 0,-1 0 0,7 0 0,0 1 0,-1 0 0,-1-1 0,-3 0 0,-1-1 0,-3 0 0,-2-1 0,-2-1 0,0 0 0,1 0 0,1 0 0,2-1 0,-1-1 0,0 1 0,-1 0 301,10 0 0,-1 0 1,0 0-1,2 0-301,-7 0 0,0 0 0,2 0 0,1 0 0,-1 0 0,3 0 0,2 0 0,-1 0 0,-2 0 0,-3 0 0,-2 0 0,-4 0 0,-1 0 0,1 0 0,1 0 0,2 0 0,-4 0 0,-7 0 1050,4 0 0,-8 0-1050,17 0 3869,-61 0-3869,1 3 4192,0 0-4192,31 20 0,-4 3 0,4 5 0,2 0 0,1 1 0,-2 2 0,-3 0 0,7 10 2855,-32-26-2855,4 13 875,-3 4 1,1 5-876,1 7 0,1 6 0,-2-4 0,1 5 0,1 4 0,-1-1-1410,-4 1 1,0 1 0,-1 0 0,1 0 1409,1 0 0,1-2 0,1 2 0,-2 1 0,1 6 0,-1 2 0,-1 1 0,1-2-678,0-5 1,-1-2 0,1 1 0,-1 4 677,0 0 0,-1 3 0,1 2 0,-1 1 0,1 2 0,-1-3 0,0 1 0,1 2 0,-1 0 0,0 2 0,-1 1-575,-1-5 1,-1 2 0,0 1 0,0 0 0,-1 0 0,0-1 0,1-1 574,0 3 0,0 0 0,0-2 0,-1 0 0,1 1 0,-2 1 0,-1-5 0,-1 1 0,0 0 0,0 1 0,-1 0 0,0-1 0,0-1-384,-1-3 0,-1-1 0,1 0 0,-1-1 0,-1 1 0,1 1 0,0 2 384,-1-2 0,0 2 0,0 1 0,0 1 0,-1 0 0,1-1 0,0 0 0,1-2 0,-1 4 0,1-1 0,1 0 0,-1-1 0,0-1 0,1-1 0,-1-1 0,-1 1 0,0-1 0,0-2 0,0 0 0,0-2 0,2-2 191,1 15 0,1-3 0,1-1 0,-2 3-191,0-7 0,-1 1 0,0 1 0,-1 1 0,1 1 0,0-6 0,-1 2 0,1 0 0,0 0 0,-1 1 0,1 0 0,1 1 0,-1 1 0,1 0 0,0 0 0,0 0 0,-2-2 0,0-3 0,-1 1 0,0-1 0,0-1 0,0-3 0,1-4 0,2 3 0,1-3 0,0-3 0,-1-1 0,-2 13 0,-1-2 0,0-5 691,3 5 1,0-8-692,-2-17 0,-2-3 1875,1 4 1,0-1-1876,0 21 5609,0-25-5609,-2-19 0,1-15 0,-2-2 0</inkml:trace>
  <inkml:trace contextRef="#ctx0" brushRef="#br0" timeOffset="4733">5868 14256 24575,'14'61'0,"-9"-21"0,0 7 0,5 13 0,2 8 0,-1 4-1563,-4-10 1,-1 2 0,0 3-1,0 2 1563,0-9 0,1 2 0,0 2 0,1 1 0,-2-1 0,1-2 0,-2 5 0,1-2 0,-2 0 0,1 1 0,1 2 0,0-1 0,1 1 0,0 2 0,0 1 0,0 0 0,-1 1-679,0-8 1,-1 1-1,0 1 1,1-1-1,-1 2 1,0 0-1,1 2 679,-1-2 0,1 0 0,0 2 0,0 0 0,-1 1 0,1 0 0,-1 1 0,1 0 0,-2-5 0,1 2 0,-1 0 0,0 0 0,0 1 0,0-1 0,-1-1 0,1-1 0,0-1-257,0 10 1,0 0 0,0-2 0,0-1 0,-1-1-1,0-2 1,0-1 256,0 8 0,-1-2 0,0-2 0,-1-1 0,1 0 0,0-1 0,0 0 0,-1-1 0,1-2 0,-1-2-156,-1 0 1,0-2 0,0-2 0,0 0 155,1-1 0,1 0 0,-1-2 0,0-5 705,-1 22 1,2-14-706,6-21 4113,17-29-4113,30 3 0,-4-1 0,12 4 0,4 2 464,-4 2 1,3 1-1,4 3 1,4 0-465,-18-7 0,5 2 0,2 0 0,1 1 0,0-1 0,-2 0 0,-4 0-747,5 2 1,-3-1 0,-1 1 0,0-1 0,4 1 746,-2-1 0,2 0 0,1 0 0,2 0 0,2 2 0,3 2 0,-11-4 0,3 3 0,1 0 0,1 1 0,2 0 0,0 1 0,1-1 0,0 1 0,0-2-355,-6-1 0,1-1 0,-1 0 0,0 0 0,2 0 0,-1 0 0,3 1 0,1 0 0,2 1 0,2 1 355,-8-3 0,2 0 0,2 2 0,2 0 0,1 0 0,1 1 0,1 0 0,1 1 0,0-1 0,-1 0 0,0-1 0,0 1 0,-2-2 0,-1 0 0,-2-1-198,7 2 0,0 0 0,-2-1 0,0-1 1,0 1-1,-2-2 0,1 1 0,-1-1 1,0 0-1,0 0 0,-1-1 0,1 1 198,3 0 0,-1 0 0,1-1 0,-1 1 0,0-1 0,-1 0 0,0-1 0,0 0 0,-1 0 0,-1-1 0,-1-1-69,6 2 1,-1 0-1,0-1 1,-1-1 0,-1 0-1,-1-1 1,0 0 0,-1-1-1,-1 0 69,1-1 0,-2-1 0,-2 0 0,0-1 0,0 0 0,1 0 0,2-1 0,3 1-8,-3 0 0,1-1 0,2 0 0,1 1 0,2-1 0,-1 0 0,1 0 0,-1 0 0,0-1 0,-1 1 8,-3-2 0,-1 1 0,-1-1 0,0 0 0,0 0 0,0-1 0,2 2 0,1-1 0,2 1 0,2 0 0,-8 0 0,2 0 0,2 0 0,1 0 0,2 1 0,0 0 0,1 0 0,0 0 0,0 0 0,0 0 0,-1 0 0,0 0 0,-1 0 0,-2 0 0,6 1 0,-1-1 0,1 1 0,-2-1 0,1 1 0,-1 0 0,0-1 0,-1 1 0,0-1 0,0 1 0,-1-1 0,0 1 0,2 0 0,-1 0 0,0 0 0,0 0 0,-1 1 0,0-1 0,-1 0 0,1 0 0,0 0 0,-1-1 0,1 1 0,-2-1 0,1 0 0,0 0 0,-1 0 0,1 0 0,-1-1 0,0 1 0,0-1 0,-1 0 0,-1 0 0,0-1 0,6 1 0,-1 0 0,-1 0 0,-1-1 0,1 0 0,-1-1 0,0 1 0,1 0 0,1-1 0,-4 0 0,-1 0 0,2 0 0,-1-1 0,1 1 0,0-1 0,0 0 0,0 0 0,1 0 0,-1 0 0,4 0 0,2 1 0,0-2 0,1 1 0,0 0 0,-1 0 0,-2-1 0,-2 0 0,-2 0 0,-4 0 0,15 0 0,-5 1 0,-3-1 0,-2 0 0,-1 0 0,2-1 26,1 0 0,1 0 0,-1-1 0,-1 0 0,-5-1 1,-5 0-27,11-2 0,-8-1 0,7 1 46,-12 0 0,4 0 1,4 1-1,2-1 0,1 1 1,-1-2-47,-7 1 0,0-1 0,2 0 0,-1-1 0,1 1 0,1 0 0,0 0 67,3 1 0,0 0 0,1 0 0,0 0 0,0 1 0,1-1 0,1-1-67,-6 1 0,2-1 0,1 0 0,0 0 0,-1 0 0,-1 0 0,-3 0 0,-4 1 0,10 0 0,-5 1 0,-2-1 0,0 1 0,5-1 0,0-1 0,5 0 0,1 0 0,0 0 0,-4 0 0,-6 0 369,1 0 0,-7 0 1,0 0-1,4 0-369,3-1 0,3 1 0,2-1 0,-2 0 0,-5-3 533,-3-1 1,-4-2 0,-1-1 0,0 0-534,3 1 0,0-2 0,-2 0 0,-3-1 0,-2-4 0,-4-1 0,-1-1 0,17-7 0,-4 0 1591,-12 6 0,1 0-1591,18-7 0,1-1 0,-16 6 0,1 1 0,12-2 0,1-1 0,-2-1 0,-2 1 2093,-14 5 1,-1 0-2094,0 0 0,-6 1 616,-9-1 1,-26 12-1,-5 2 1</inkml:trace>
  <inkml:trace contextRef="#ctx0" brushRef="#br0" timeOffset="5585">22555 14791 24575,'3'57'0,"1"0"0,-4-8 0,0 2 0,1 3 0,4 10 0,0 3 0,0 5-1151,-4-14 0,-1 3 1,-1 2-1,1 1 0,1-1 1151,3-1 0,0 0 0,2 1 0,-1 0 0,-1 2-519,-2-3 1,0 0-1,-1 2 1,1 1 0,0 1-1,0 1 519,2-3 0,0 2 0,1 1 0,0 0 0,0 1 0,0-1 0,0 0 0,0-1 0,0-1 0,0 1 0,0 0 0,0-1 0,0-1 0,0-1 0,0 4 0,0-1 0,-1-1 0,1 0 0,0 0 0,0 1 0,2 4 0,1 1 0,0 1 0,0 0 0,1-1 0,-1-1 0,-1-6 0,0 0 0,1-1 0,-1 0 0,0 1 0,1 2 0,1-1 0,-1 1 0,1 1 0,0 1 0,0 1 0,0 1 0,0 0 0,0-1 0,0 1 0,0 0 0,1 1 0,-1 1 0,0 0 0,-1 1 0,0 0 0,-1-4 0,0 0 0,0 2 0,-1 0 0,0-1 0,0 1 0,0-1 0,-1 0 0,0-2 0,1 2 0,-1 0 0,0-2 0,0 1 0,-1-2 0,0 1 0,0 0 0,-1-1 0,1 10 0,-1 0 0,-1 1 0,0-1 0,0-2 0,0-4 0,-1-5 0,0 13 0,0-6 0,0-4 0,-1-3 235,1 8 0,-1-3 0,0-12-235,4 14 0,-4-21 0,-3-4 552,2-20 0,-1-3 0,2-22 1</inkml:trace>
  <inkml:trace contextRef="#ctx0" brushRef="#br0" timeOffset="85334">43017 1294 24575,'16'63'0,"-1"-1"0,1 0 0,-1 1 0,1-1 0,0 0 0,-1 1 0,3 3 0,-2-6 0,0-1 0,0 2-1299,-1 0 0,0 3 0,0 1 0,-2-6 0,-2-8 1299,0 3 0,-2-3 0,-1 8 0,-1 5 0,1 2 120,0 4 0,0 1 0,0 0-120,-2 1 0,0-1 0,0-1 0,0-3 0,2-1 0,-2-8 0,-4-11 0,0-5 1336,5 29-1336,-1-55 0,-5-2 0,2-11 0</inkml:trace>
  <inkml:trace contextRef="#ctx0" brushRef="#br0" timeOffset="86417">43472 1728 24575,'28'-36'0,"15"-9"0,-14 20 0,6 0 0,24-12 0,3 3-444,-20 12 1,1 0 443,8-3 0,5-2 0,-2 2 0,1 3 0,2 0-794,-1-1 0,6-1 0,4 0 794,-5 4 0,4 1 0,0 1 0,-5 1-920,-3 0 0,-4 1 0,4 0 920,1 4 0,5 0 0,-2 0 0,-7 1 0,1-3 0,0 0-457,8 5 1,7 1 0,2 1 456,-1 0 0,2 1 0,4 1 0,-17 2 0,3-1 0,2 1 0,0 1 0,-2 0-346,5 3 1,-3 1 0,1 0 0,3 1 345,-5-1 0,3-1 0,0 1 0,1 0 0,-3 0 0,9 2 0,-3 0 0,1 1 0,2-1 0,-9 0 0,3 0 0,0-1 0,-1 0 0,-4 0 0,2 0 0,-2 0 0,-3-1 0,-1 0 132,12 1 0,-3 0 1,-11-1-133,5-2 2950,-15 0-2950,-24 0 1575,2 0-1575,-1 2 2378,-4 2-2378,-11-1 1479,-3 2-1479,5-1 0,-6 2 0,11 8 0,-8 1 0,1 9 0,-5-1 0,-4 28 0,0 2 0,0 5 0,0-1 0,0 2 0,-2-8 0,-1 4 0,1-1 0,1-1 0,1 0 0,-1 1 0,-1 2 0,-1 1 0,1-1 0,1-4 0,1 0 0,1-3 0,0 16 0,1-8 0,2-11 0,3-14 0,-1-16 0,0 5 0,0 3 0,-3-8 0,6 33 0,-1 11 0,-4 9 0,0 11-633,0-19 1,1 2-1,-1 2 633,-1-4 0,-1 3 0,0 0 0,0-4 0,1 3 0,0-3 0,1-4 0,2 15 0,-3-16 0,-6-35 0,0-56 0,-2-38 0,-1 7 0,6 6 0,0 42 0</inkml:trace>
  <inkml:trace contextRef="#ctx0" brushRef="#br0" timeOffset="87801">43644 3868 24575,'40'0'0,"16"0"0,13 0 0,-3 1 0,6-1 0,1-1-1168,-1-1 0,1 0 0,3-1 1168,-8 1 0,2 0 0,2 1 0,0-1-814,-12 0 0,0 0 0,1 0 1,2 0-1,1 1 814,-1 0 0,1 0 0,1 0 0,2 0 0,2 0 0,0 0-460,1 1 0,3 0 0,2 0 0,0 1 0,0-1 0,-2 0 1,-3-1 459,1 0 0,-3 0 0,0 0 0,-2-1 0,0 1 0,0 0 0,12 0 0,1 1 0,-2 0 0,-5 0 0,-7-1-246,-5-2 1,-7 1 0,5-1 245,6 1 0,7 0 0,-2 0 0,-10 0 440,-8 2 0,-2-1-440,8-2 0,5 0 0,-16 1 2824,-17 2-2824,-10-3 6268,-10 0-6268,10-3 0,-15 3 0,2 0 0</inkml:trace>
  <inkml:trace contextRef="#ctx0" brushRef="#br0" timeOffset="88949">40036 2730 24575,'60'0'0,"-27"0"0,11 0 0,7 0 0,14-7 0,2 0-981,-10 2 0,5 0 981,-8 0 0,8-1 0,1 0 0,-3 0 0,3 1 0,-3 0 0,2 0 0,7 1 0,2-1 0,0 1-1198,3-1 0,0 0 1,-5 0 1197,-3 2 0,2 0 0,-11 1 0,7 0 0,2 0 0,-5 1-285,0 1 1,-3 0 0,6 0 284,-4 0 0,7 0 0,2 0 0,1 0 0,-2 0 0,-3 0 0,0 0 0,0 0 0,-1 0 0,0 0 0,11 0 0,-1 0 0,1 0 0,0 0 0,-10 0 0,1 0 0,0-1 0,-1 2 0,-4-1 0,0 2 0,-1 0 0,-4 0 0,-3 0 0,23-2 0,-6 2 0,-15 1 0,0 1 0</inkml:trace>
  <inkml:trace contextRef="#ctx0" brushRef="#br0" timeOffset="89583">43618 2477 24575,'12'9'0,"-2"0"0,4-1 0,35 28 0,-5-2 0,12 6 0,-27-13 0,-18-18 0,-4 4 0,1-4 0,-4 5 0,-2 1 0,-36 34 0,-5-13 0,-13 13 0,9-27 0,-2-3 0,-18 8 0,25-11 0,0 0 0,-13 2 0,34-12 0,4-3 0,7-3 0,2 0 0,2 0 0</inkml:trace>
  <inkml:trace contextRef="#ctx0" brushRef="#br0" timeOffset="90267">47542 2581 12610,'19'-7'0,"-2"0"4690,43 0-4690,-11 3 0,-2 2 0,12 2 0,3-1-4,-8 1 0,3-1 0,1 2 1,3-1 3,10 1 0,3 1 0,2 0 0,1 1-64,-8-2 0,4 1 0,-1 0 0,-1 0 0,-4 0 64,-2 0 0,-3 0 0,-2 1 0,0-1 0,13 1 0,-2-1 0,-6 0 0,6-2 0,-9 0 3158,6 0-3158,-13 0 0,-43 0 0,-6 0 0</inkml:trace>
  <inkml:trace contextRef="#ctx0" brushRef="#br0" timeOffset="90802">49369 2283 24575,'46'36'0,"-8"-9"0,11 12 0,5 3 0,-17-12 0,-1-1 0,7 3 0,-3-1 0,6 9 0,-26-21 0,-11-7 0,-3 3 0,-6 8 0,-27 17 0,-1 5 0,-19 4 0,2-2 0,9-18 0,-4 3 0,11-21 0,10-3 0,1-8 0,9 0 0,-3 0 0,8 0 0,-1 0 0</inkml:trace>
  <inkml:trace contextRef="#ctx0" brushRef="#br0" timeOffset="94350">43112 1295 24575,'4'6'0,"4"0"0,1 22 0,3 10 0,1 7 0,0-4 0,-1 6-471,-1 2 1,0 8 0,0 3 0,0-4 470,0 6 0,-1-1 0,0 6-504,-2-6 0,1 7 1,0 2-1,-2 0 1,0-3 503,-2 5 0,-1-2 0,-1-1 0,1 0 0,2 1 0,0-1 0,0 0 0,-1 0 0,-3-1 0,0 0 0,0-2 0,1-4-273,2 0 1,0-4 0,1-2 272,-2 1 0,1-2 0,-1-5 0,0-4 0,0-9 0,4-12 0,-8-23 0,3-2 0</inkml:trace>
  <inkml:trace contextRef="#ctx0" brushRef="#br0" timeOffset="108700">45303 2465 24575,'4'41'0,"4"-13"0,14 44 0,-2-30 0,14 13 0,-16-28 0,1-5 0,-13-20 0,-3-2 0</inkml:trace>
  <inkml:trace contextRef="#ctx0" brushRef="#br0" timeOffset="109368">45374 2401 24575,'16'0'0,"19"0"0,24 0 0,4 0 0,0 0 0,-26 2 0,-9-1 0,-10 4 0,-2-1 0,-4-1 0,-1 2 0,-2-1 0,3 2 0,-2 0 0,-4 8 0,-4 13 0,-6 14 0,0-6 0,-4 3 0,4-25 0,1 1 0,3-5 0,0-3 0,0 0 0,0-3 0</inkml:trace>
  <inkml:trace contextRef="#ctx0" brushRef="#br0" timeOffset="109816">45582 2833 24575,'31'0'0,"1"0"0,3 0 0,-7 0 0,-19 0 0,0 0 0,-6 0 0,0 0 0</inkml:trace>
  <inkml:trace contextRef="#ctx0" brushRef="#br0" timeOffset="110567">45860 2519 24575,'12'0'0,"8"-4"0,11 3 0,0-5 0,9 0 0,22-4 0,-3-7 0,-4 7 0,-1-1 0,7-9 0,9-2 0,-38 9 0,1-9 0,-9-4 0,6-13 0,-17-2 0,-2 5 0,-6 2 0,-2 11 0,-6-3 0,-4 2 0,-6 0 0,1 6 0,-1 8 0,5 5 0,1 5 0,1 0 0,3-3 0,-2 3 0,4-3 0,-2 3 0</inkml:trace>
  <inkml:trace contextRef="#ctx0" brushRef="#br0" timeOffset="111317">46330 1655 24575,'0'36'0,"0"-12"0,0-1 0,3-9 0,0-4 0,3 5 0,-2-3 0,-2-3 0,1 2 0,0-1 0,1 9 0,-2-7 0,1 9 0,1-6 0,0-2 0,2-2 0,-6-5 0,3-6 0,-3 3 0</inkml:trace>
  <inkml:trace contextRef="#ctx0" brushRef="#br0" timeOffset="112300">46604 1636 9644,'17'8'0,"10"6"5111,-1-3-5111,1 2 2592,0-3-2592,-12-6 1524,4 2-1524,-15-6 5704,-8 19-5704,-4 6 0,1 28 0,3-10 0,4 6 0,0-19 0,0-1 0,0-11 0,-2 2 0,1-7 0,-2-1 0,1-6 0,-5-4 0,1-2 0,-11 0 0,3 0 0,-14-6 0,3 2 0,6-3 0,6 4 0</inkml:trace>
  <inkml:trace contextRef="#ctx0" brushRef="#br0" timeOffset="112633">46508 2001 24575,'32'5'0,"0"-2"0,-1-3 0,-3 0 0,-4 0 0,-6 0 0,3 3 0,-9-3 0,3 3 0,-3-3 0,-3 0 0,3 3 0,-8-3 0,1 3 0</inkml:trace>
  <inkml:trace contextRef="#ctx0" brushRef="#br0" timeOffset="168550">7499 8444 24575,'0'49'0,"0"11"0,1-2 0,-2 6 0,-1-11 0,0 3 0,0-2-2458,1 14 0,0 0 2458,-1-14 0,-1 1 0,2-6 0,0-11 0,2 0 386,-1 31 0,0 4-386,-1-7 0,2 2 0,0-5 0,1 5 0,1-2 0,0-9 0,1 0 0,1-3 0,4 18 0,4-2 0,3 1 0,5-1 0,7 0 0,0-2 0,-4-1 0,1 0 0,-3-19 0,2 0 0,-2-3 0,-2-2 0,-1-2-30,8 6 1,3-1 29,-4-11 0,3-1-266,6 4 0,6 2 266,0-6 0,6 1 0,2-1 0,11 3 0,2 0 0,1-1-319,-4-1 0,1-1 0,-1-2 319,6 1 0,1-2 0,-10-5 0,-16-6 0,-1-2-104,7 2 0,5 2 1,1-3 103,-3-7 0,0-2 0,5 0 0,6 2 0,7 0 0,2-1 0,1-1-597,-9-4 0,3 0 1,-1-2-1,-1-1 1,-3 1 596,16-1 0,-4 0 0,4-2 0,-12-2 0,5 1 0,1-2 0,0 0 0,-2-1-553,5-3 0,-3 0 1,2-1-1,5 0 553,-14 3 0,3 0 0,3 0 0,2 0 0,1-1 0,0 1 0,0 0 0,-7 0 0,2-1 0,-1 0 0,2 1 0,-1-1 0,0 0 0,0 1 0,-2 1-243,8-1 0,-1 1 0,-1 1 0,1-1 0,-2 1 0,0 0 0,-2 0 243,3 0 0,-2 0 0,-1 1 0,-1 0 0,1 0 0,0 0 0,2 0 0,1 1 0,0 0 0,0 1 0,-1-1 0,0 0-199,-5 0 1,-1 0-1,0 0 1,-1 0 0,2 0-1,0 0 199,5 0 0,1 0 0,1 0 0,1 0 0,0 0 0,0 0 0,-6 0 0,2 0 0,1 0 0,0 0 0,-2 0 0,-3 0 0,-3 0 0,15 0 0,-5 0 0,-2 0 0,3 0 0,-3 0 0,3 0 0,1 0 0,-3 0 0,-6 0 500,7 0 1,-6 0-1,2 0-500,-9 0 0,1 0 0,0 0 0,-2 0 0,6 0 0,-3 0 0,-4 0 0,4 0 0,-7 0 0,-9 0 0,-11 0 2210,-23 0-2210,4 0 5004,-16 0-5004,6-10 3801,-8 4-3801,11-25 1573,-6 15-1573,2-22 0,-7 15 0,-3-16 0,-11-6 0,0 11 0,-4-4 0,-6-19 0,-2-3-511,-2 6 0,-2-4 511,-1-1 0,-2-5 0,2 3 0,9 17 0,1 2 0,-1-2 0,-9-13 0,-2-3 0,3 2 0,8 11 0,3 1 0,-1 0 0,-1-7 0,0 0 0,2 4 0,3 5 0,0-1 0,-2-5 0,-3-5 0,2 2 0,-2-5 0,-1-1 0,-4-4 0,-3-6 0,3 3 0,7 13 0,2 2 0,-1 3 0,-8-15 0,1 5 0,10 12 0,0 2 0,2 5 0,-1 0 0,1-1 0,1 0 0,-9-23 0,9 29 1022,9 15-1022,-8-1 0,-2-4 0,-6-3 0,-12-10 0,6 12 0,2 0 0,-2 0 0,-18-12 0,-9-3 0,-8-1-601,20 18 1,-1 2-1,-5-1 601,-5-2 0,-5-1 0,-1 0 0,2 3 0,-7-1 0,2 2 0,-5 0 0,12 5 0,-4-1 0,-2 1 0,1 1 0,5 1-742,-14-2 1,4 3 0,-5 0 741,10 4 0,-5 0 0,-3 1 0,1 1 0,3 0-1322,-8 0 0,2 2 1,1-1-1,0 2 1322,3 1 0,-1 1 0,1 0 0,1 0 0,0 0 0,1 0 0,0 0 0,0 1-391,3 0 1,1 1 0,-1 0-1,-1 1 391,-6 0 0,0 0 0,-2 1 0,-1 1 0,7 0 0,-2 2 0,-1 0 0,1 0 0,3 0 0,-8 1 0,1 0 0,2 0 0,2 2 0,8 1 0,3 1 0,-1 0 0,-2 0 0,-8 0 0,-4-1 0,1 1 0,2 0 0,10 0 0,2 0 0,0 0 0,-2 1-15,-5 0 1,-1 0-1,-1 0 1,1 1 14,-1 1 0,0 1 0,3-1 0,4 1 0,9-2 0,3 1 0,-3 0 0,-6 0 0,-5 0 0,-2 0 0,1 0 0,5-1 0,-1 0 0,1 0 0,-1-1 0,-2 1 0,0 0 0,-2-1 0,-3 2-63,3-1 1,-3 1-1,-1-1 1,1 1 0,1 0 62,-9 1 0,1 0 0,2 0 0,-1 0 0,4-1 0,1 0 0,0-1 0,0 1 0,-3 0 0,1 0 0,-1 1 0,1-1 733,2 1 1,-1 0 0,2 0 0,2 1-734,-7 2 0,2 1 0,-1 0 0,9-4 0,-4-1 0,3 1 0,11-1 0,6 2 0,6-1 1980,-35 1-1980,64-9 0,-7-2 0,13-1 0</inkml:trace>
  <inkml:trace contextRef="#ctx0" brushRef="#br0" timeOffset="172899">15675 8317 24575,'-23'-4'0,"3"4"0,0-4 0,8 4 0,-5 11 0,-36 39 0,20-21 0,0 4 0,2-3 0,12-14 0,-18 24 0,7-1 0,-5 0 0,-9 8 0,4-2-1519,3 6 0,-1 0 1519,-3-4 0,-5 2 0,8-3 0,9 1 0,5-3 0,-4-3 0,1-2 0,10-2 0,2-1 0,-18 26 0,21-24 0,8-13 0,4 2 3038,0-10-3038,0 40 0,0-7 0,0-13 0,0 2 0,6 34 0,2-26 0,11 11 0,7-7 0,2-12 0,4 3 0,-1-1 0,4 1-758,2-3 1,4 2 0,-2-3 757,1 1 0,-4-2 0,2 1 0,-4-4 0,3 3 0,-11-11 0,4 4 0,17 14 0,-19-20 0,5 5 2272,15 11-2272,5-7 0,-4-6 0,9 3 0,0-2-590,-12-8 1,-1-2 0,6 2 589,10 5 0,8 3 0,1 0 0,-6-4 0,-6-6 0,-3-2 0,1 2 0,0 1 0,2 4 0,0-1 0,-3-3 0,3-2 0,-3-2 0,-1 0 0,19 10 0,-5-2 0,-12-6 0,-8-4 0,-2-1 0,-16-12 0,3-13 0,3-5 0,1 4 0,1-3 0,8-8 0,-1-2 0,-9 5 0,-4-1 0,19-32 1768,-9 2-1768,-20 19 0,-2-4 0,-3-10 0,-2-3 0,-3 5 0,-1-3 0,2-17 0,-2-1 0,-1 15 0,-1-3-243,0 1 1,0-5 0,0 4 242,1-5 0,-1 1-749,-4 9 0,0-1 0,-1 2 749,3-5 0,-1 6 0,-4-10-227,1-6 1,0-3 226,-5 19 0,-1 0 0,3-1 0,0-2 0,-1 0 0,-4-13 0,0 3 0,2 19 0,0 2 0,-3 1 0,0 2 0,-5-13 628,-8-10-628,5 12 2270,-8 4-2270,5 10 529,-21-9-529,-7-7 0,-3 1 0,13 14 0,2 2 0,6 5 0,-15-8 0,-4 0 0,4 7 0,-15-4 0,-7-1 0,16 11 0,-1 3-549,-10-2 0,2 3 549,-13-2 0,32 14 0,1 1 0,-25-1 0,0-4 0,-4 5 0,29 2 0,5 4 0,-9 0 0,-6 0 0,-26 0 0,26 4 0,-6 1 0,2-1-453,-10-3 1,1 1 452,-8 7 0,2 0 0,22-5 0,2-1 0,-6 3 0,-1 2-152,-7 4 1,-1 1 151,0-1 0,0 0 0,-3 4 0,1 0 0,6 0 0,6-1 0,5-2 0,-17 9 0,41-17 1969,-3 5-1969,1-3 337,4-1-337,4-3 0,6 3 0,6-6 0,6 8 0,-2-6 0,1 3 0</inkml:trace>
  <inkml:trace contextRef="#ctx0" brushRef="#br0" timeOffset="178398">7952 9646 24575,'-12'72'0,"-1"1"0,1-10 0,9-9 0,32-11 0,-3-14 0,8 16 0,5 8 0,8-4 0,3 3-1074,-8 0 0,2 5 1,5-1 1073,-3-10 0,4-1 0,1-1 0,-1 0-1049,-6-2 0,-1 0 0,0-2 0,3 0 1049,5 0 0,2-1 0,0-2 0,-1-1 0,7 3 0,-1-3 0,5 0-455,-9-8 1,5-1-1,3 0 1,-1 0-1,0-2 455,-5-1 0,-1-1 0,0 0 0,3-1 0,3-1 0,-2-2 0,2-1 0,4 0 0,1-1 0,0 0 0,0-1 0,-1 0-596,8 1 0,0-1 1,0 0-1,0-1 1,-1-1-1,-1-1 596,-6-2 0,1-1 0,-1-1 0,-2-1 0,0 0 0,-3 0 0,17 3 0,-4 0 0,-1-2 0,-4-1 25,7-1 0,-4-2 1,1 0-26,-13 0 0,0-1 0,3 0 0,1-1 0,-2-1 0,3 1 0,2-2 0,-2 1 0,-2 0 58,3 0 0,-2 0 0,-1 0 0,1-1-58,6 0 0,4 0 0,-4-1 0,-10-2 0,-5-3 0,-3-4 274,20-3 1,2-5-275,-13-3 0,-1-8 1101,-14-6 1,0-8 0,0 3-1102,-3 8 0,1 2 0,2-4 0,4-8 0,4-5 0,1-2 0,1 4-505,-2 5 1,0 3 0,1 0 0,0 1 504,1-2 0,1 1 0,0 0 0,-1 1 0,0 2 0,1-1 0,-1 3 0,-6 3 1115,10-1 1,1 1-1116,-8 2 0,6-3 0,2-1 0,0 1 0,-2 1 0,0 0 0,0 0 0,1-1-211,4-3 1,1-1-1,-1 1 1,-3 0 210,9-3 0,-4 0 0,-13 3 655,4-16-655,-46 24 4192,-7-8-4192,0-4 1234,-8-15-1234,-1 3 3649,0 8-3649,-10-9 0,-3-10 0,-9-6 0,13 12 0,0-3 0,1 13 0,0 2-264,5 2 0,0 0 264,-3 1 0,-1-1 0,-1-2 0,-2 0 0,-1 1 0,-3-2 0,-7-7 0,-4-5 0,1 4-996,0 0 0,-1 3 996,-9-6 0,0 3 0,10 8 0,-2 2-404,-13-5 0,-5 0 404,14 13 0,-3-1 0,-3 0 0,-5-2 0,-3-1 0,-3 0 0,3 4-910,-7 0 1,2 3-1,-2 1 910,-7-4 0,-2 0 0,2 5 0,12 8 0,1 3 0,0 1 0,-19-6 0,-3 3-506,4 6 0,-5 1 0,1 2 506,5 0 0,1 1 0,-6 1 0,8 2 0,-4-1 0,-4 2 0,-1-1 0,1 2-664,-2 0 1,0 1-1,0 1 1,0 0-1,0 0 664,2 0 0,1-1 0,-1 0 0,1 1 0,0 0-319,-1 0 1,-2 1 0,1 0 0,4 0 0,6 1 318,1-2 0,6 1 0,-4 1 114,-6-1 0,-5 2 0,-1 0 0,3 1-114,-4 3 0,2 3 0,-5 0 0,11-2 0,-5 1 0,-2 0 0,2 1 0,7 1 0,-7 2 0,6 0 0,0 2-151,-9 3 1,-1 1-1,10-1 151,15 1 0,1 1 0,-1-2 0,-7 2 0,-3 2 0,2-1 669,-1 1 0,0-1 1,0 2-1,-1-1-669,-2 2 0,-1 0 0,-1 0 0,-1 2 0,6-3 0,-3 2 0,0 0 0,2-1 0,3 0-8,-14 5 0,6-1 0,-1 0 8,-4 2 0,0 1 0,4-2 0,14-7 0,3 0 0,3-1 818,-4 7 0,2-1-818,0-3 0,0 0 0,3 1 0,3-3 2221,-14 5-2221,15-11 1748,18-7-1748,7-1 4200,5 2-4200,9 11 22,2 0-22,0 3 0,0-5 0,0-9 0,0 5 0,2-6 0,-1 3 0,2-8 0,-3 0 0</inkml:trace>
  <inkml:trace contextRef="#ctx0" brushRef="#br0" timeOffset="183681">34397 10374 24575,'6'64'0,"2"-11"0,-7 14 0,2-34 0,3 24 0,-5-20 0,4 2 0,0 3 0,-4 28 0,4-27 0,-1-2 0,-4 5 0,9 4 0,-8-20 0,6 1 0,-6 1 0,6-2 0,-5-4 0,2 1 0,-4-5 0,3-9 0,-2 14 0,1-5 0,-2 22 0,0-17 0,0 10 0,0-5 0,0-1 0,0 3 0,0-1 0,0 2 0,0 2 0,0 6 0,-4 15 0,2-2 0,-3 0 0,5-18 0,0-7 0,-5 12 0,3 23 0,-3-8 0,-1 1 0,4 8-204,-1-8 1,0-6 203,3-28 0,1 27 0,-2 8 0,-2-12 0,-1 2 0,3 8 0,1 6 0,-1-2-804,-1-10 0,-1-1 0,1-2 804,2 14 0,0-2 0,0-7 0,0-3-262,0-8 1,0 0 261,2-2 0,2 5 0,0 15 0,2 9 0,-1-3-368,0-15 1,1-3-1,0 4 368,-1 5 0,2 5 0,-1 0 0,-2-5-637,1 20 1,-1-7 636,0-13 0,-1-5 0,1-9 0,-1 0 809,-3 6 0,1 4-809,7 12 0,2 6 0,-4 0 0,0 5 0,-1-6-1146,3-4 1,0 0 1145,-1-1 0,1 4 0,-2-8 0,-5-15 0,-1-4-8,4 4 1,0 0 7,-1 2 0,0-2 762,-2-8 0,0 0-762,2 15 0,0 5 0,0-8 0,-1 2 0,0-4-287,-1 0 1,-1 0 286,4 20 0,-1-5 0,-3-17 1454,3 13 1,0 5-1455,-2-22 0,0 0 0,2 27 0,1 2 0,-1-13 0,0-3 119,-2-11 1,0-1-120,2 3 0,0-3 0,-3-4 0,0-2 0,0 0 1151,0 13-1151,0-8 0,0 3 0,0-1 0,0-3 0,3 8 0,-3-8 0,1 0 73,1 20-73,-2-25 0,0 4 541,3 14 1,0 0-542,-3-11 0,1-2 0,5 27 0,-6-7 0,0-36 0,0 11 0,0 1 0,0-13 0,0-2 0,0-11 0,0 13 0,0 4 0,0 18 0,0-12 0,0-11 0,0-16 0</inkml:trace>
  <inkml:trace contextRef="#ctx0" brushRef="#br0" timeOffset="185414">34302 11317 24575,'-3'11'0,"-3"13"0,-12 27 0,3-10 0,-9 30 0,14-33 0,0 0 0,-6 34 0,6-23 0,2 3 0,1-2 0,1 2 0,2 6 0,1 3 0,0 12 0,1 0 0,1-8 0,2-3 0,-2-19 0,2 0 0,2 18 0,0 0 0,-3-15 0,1 1 0,3 2 0,0 5 0,1-2 0,-1 17 0,0-1-1219,-1-5 0,1-1 1219,3-1 0,0 0 0,-6-9 0,-1 1-234,4 21 1,-1 1 233,0-15 0,0 2 0,0-1 0,-1 5 0,1-5 0,5 6 0,-1 0 0,-4-4 0,-1 5 0,1-2-309,2-9 1,0-1 0,-1 0 308,-3 3 0,-2 0 0,2 2 0,3 8 0,1 2 0,0-2-862,-2-8 0,-1 0 0,1-2 862,0-2 0,0 0 0,-1-1 0,1-3 0,-1-1 0,0 2 357,-2 1 1,0 2-1,0 0-357,2 3 0,0 1 0,0 2 0,-1 9 0,-1 2 0,1-3 0,1-12 0,1-3 0,-2-3 0,-1 14 0,0-2 0,3-1 0,1 1 0,-4 4 0,1 0 0,3-20 0,1 1 0,-1 2 0,-1 8 0,-1 1 0,1-3 0,1-2 0,0 1 0,1 3 0,0 4 0,-2-4 0,-2-3 0,0 1 0,2 3 0,2 4 0,0-3 0,-1 11 0,0-4 0,2-5 0,1-5 0,-3-17 0,0-7 403,0-4-403,-4-19 863,4 7-863,-3-5 3016,2 11-3016,-3-1 1062,0 3-1062,0-2 0,0-8 0,0-11 0,0-4 0</inkml:trace>
  <inkml:trace contextRef="#ctx0" brushRef="#br0" timeOffset="186033">34240 17562 24575,'12'51'0,"0"0"0,1-12 0,0-2 0,-2 3 0,2-3 0,16 7 0,-23-33 0,9 2 0,-9-13 0,6-8 0,1-3 0,10-16 0,3-5 0,3 0 0,15-21 0,-30 39 0</inkml:trace>
  <inkml:trace contextRef="#ctx0" brushRef="#br0" timeOffset="190000">33342 18093 24575,'8'-38'0,"-4"-7"0,-6-12 0,-4-9 0,-5-3 0,-1-5-641,4 10 1,0-4 0,-1 3 640,0 10 0,-1 2 0,2 2 0,4-15 0,0 0 0,-2 10 0,-1-4 0,0 1 0,1 4 0,1 0 0,-1-2 0,-2-10 0,0-3 0,0-1-527,3 9 0,1-2 1,1-1-1,0 2 527,1 6 0,0 0 0,1 1 0,0-1 0,0-17 0,1 0 0,1-1 0,-2 1 0,1-1 0,1 0 0,0 2 0,2 0 0,0-2 0,-1 13 0,0-2 0,0-1 0,0 0 0,2-1 0,-1-1 0,2 1 0,-1 3 0,0-6 0,1 3 0,0 7 0,-1 6 0,0 4 0,2 2 0,1 0 109,-3-9 0,0-4-109,2 9 0,2-4 0,-1 1 0,0-3 0,0 0 0,-1 2 0,1-18 0,1 4-732,3 15 1,0 3 731,-6-2 0,0-4 0,5 7 0,2-4 0,0-2 0,-1-9 0,0-2 0,0-2 0,-1 13 0,1-1 0,0-2 0,1 0 0,1-5 0,1-3 0,0 1 0,-2 3-319,0-5 0,-2 3 0,1-5 319,-1 11 0,1-5 0,0-1 0,0 1 0,-2 5 0,-1-12 0,-3 5 0,2-5 0,0 13 0,1-3 0,0-2 0,0 1 0,-1 3 0,0-18 0,-2 4 0,1 3 0,-1 10 0,0 3 0,0 0 0,-2 2 0,0 1 0,-2 8 0,-1-11 818,1-2 0,-2-4-818,-2 24 0,0 0 0,1-19 0,0 1 0,-5-1 675,4 34-675,0 12 398,0 8 0,-1-1 1,1 5-1</inkml:trace>
  <inkml:trace contextRef="#ctx0" brushRef="#br0" timeOffset="190583">33555 10834 24575,'-18'39'0,"0"1"0,-5 2 0,1 8 0,-1-2 0,3-15 0,2 10 0,7-20 0,1-3 0,3 1 0,1-9 0,3-3 0,3-6 0</inkml:trace>
  <inkml:trace contextRef="#ctx0" brushRef="#br0" timeOffset="191116">33568 10739 24575,'8'2'0,"17"9"0,-7 0 0,15 9 0,-16-8 0,5 8 0,8 13 0,17 21 0,-5 0 0,-2-7 0,-9-16 0,-12-10 0,4-6 0,-12-1 0,-6-11 0</inkml:trace>
  <inkml:trace contextRef="#ctx0" brushRef="#br0" timeOffset="192166">32910 11023 24575,'0'12'0,"3"33"0,0 17 0,-2-10 0,-1 4 0,0 3-1064,2-6 1,-1 3-1,1 2 1,-1 2 1063,-1-1 0,0 3 0,0 1 0,0-1 0,0-4 0,0 16 0,0-4 0,0 5 0,0-12 0,0 5 0,0 1 0,0-1 0,0-4 0,-1-2 0,-1-4 0,0 1 0,1 3-390,1 2 0,0 4 0,-1 1 0,1 0 0,0-3 390,-1 8 0,-1-2 0,0 0 0,1 2 0,1-8 0,0 2 0,0 1 0,0-1 0,0-3 0,0 3 0,0-2 0,0-1 0,0 1 0,2 3 0,0 0 0,0 0 0,0 0 0,-2 1 0,0 0 0,1 0 0,-1-1 0,2-5 0,0-2 0,0 1 0,0 1 0,-2 10 0,0 3 0,0-3 0,0-7 0,0-14 0,0-6 0,0 4 0,0 22 0,0 4 0,0-3-87,0-14 0,0-3 0,0 4 87,0 5 0,0 5 0,0 1 0,0-3 0,-2-7 0,0-1 0,0-1 0,1-3 0,0 5 0,1-3 0,-1-4 0,-2 4 0,-1-7 0,-1 9 0,4 1 1730,-6 0-1730,3-12 0,1 2 0,-2-4 0,1-1 0,0-3 0,1-2 2626,-8 32-2626,10-20 2109,-9 13-2109,9-24 0,1 0 0,-5 28 0,5-16 0,0-14 0,10 5 0,-4-8 0,0 1 0,0-1 0,1-1 0,6 26 0,-12-33 0,5-14 0,-5-12 0,2 2 0</inkml:trace>
  <inkml:trace contextRef="#ctx0" brushRef="#br0" timeOffset="193431">32808 11174 24575,'-6'12'0,"-4"7"0,-11 9 0,0 7 0,-2-2 0,0 3 0,-5 17 0,5-9 0,2-2 0,1 3 0,0 14 0,12-33 0,3 1 0,1-16 0,4-5 0</inkml:trace>
  <inkml:trace contextRef="#ctx0" brushRef="#br0" timeOffset="194183">32782 11017 24575,'55'48'0,"-29"-29"0,11 17 0,10 13 0,-3-3-1338,-3-6 0,2 3 1338,-2-2 0,5 8 0,2 1 0,-3-4 0,2 1 0,-1-3 0,-1 0 149,1 0 1,0 0 0,-3-3-150,3 4 0,-6-8 133,-2-7 0,-17-10 1,-15-17-1</inkml:trace>
  <inkml:trace contextRef="#ctx0" brushRef="#br0" timeOffset="206033">8072 9590 24575,'20'21'0,"21"13"0,-10-4 0,2 3 0,0-6 0,0 0 0,-3 2 0,-1-1 0,19 9 0,-3 3 0,-12-13 0,-1-1 0,-6-3 0,29 15 0,-16-6 0,2 3-935,4 3 1,0-1 934,-4 1 0,-2-3 0,-5-7 0,0-1 0,4 3 0,4 0 0,9 0 0,4 0-770,-3-3 0,3 2 0,-3-4 770,1 1 0,0-2 0,-3-2 0,2-1 0,-3-3 0,3-5 0,2-1 0,12 2 0,9 3 0,2-2 0,-13-6 0,2 0 0,0-1 0,2 0 0,5 1 0,1-1 0,0 0 0,-2 0 0,-6-1 0,-1-1 0,-2 0 0,-2-1-1050,8-2 0,-2 0 0,-2 0 1050,-11 2 0,-1 0 0,3-1 0,-1-2 0,3-2 0,1 0 0,-4 0 0,6 3 0,-3-1 0,3 1 0,-6-3 0,3 0 0,0 0 0,-2 0 0,10 0 0,-3 0 0,0 0 0,-3 0 0,-1 0 0,1 0 0,5-3 0,0 1 0,-1-1 0,-3 3 0,0 0 0,-1-2 0,-2-2 0,0-1 0,1 0 0,-2 1 0,1 2 0,1-2-45,7 0 1,0 0-1,3-2 45,-10-1 0,2 0 0,1-1 0,-1-1 0,1 0 0,0 0 0,0-1 0,-1-1-683,14-2 0,-2 0 0,-3-2 683,-7-3 0,-3 0 0,-7 2 0,-9 7 0,0 0 160,13-9 0,9-6 0,0 3-160,-3 5 0,2 2 0,3-2 0,-12 0 0,5-2 0,1 0 0,-1-1 0,-3 2 0,2-1 0,-3 1 0,-1 0 0,-2 1 0,9-2 0,-1 0 0,-9 1 0,-8 1 0,-8 1 0,1 0 685,-12 4 0,-19 7 1,-2-1-1</inkml:trace>
  <inkml:trace contextRef="#ctx0" brushRef="#br0" timeOffset="217398">17406 8331 24575,'-50'-22'0,"-1"1"0,0 3 0,8 4 0,23 7 0,-48 1 0,13-4 0,15 4 0,-2 1 0,-31-6 0,21 1 0,-4 5 0,-2-2 0,16 6 0,-2 1 0,-28-3 0,24 3 0,4 0 0,7 0 0,-14 0 0,27 0 0,-8 0 0,7 4 0,-5 1 0,-4 5 0,-24 4 0,6-3 0,13-1 0,0-1 0,-8 5 0,-5 0 0,26-4 0,11-5 0,-17 12 0,0-2 0,-28 22 0,18-12 0,0 0 0,10-6 0,-1 0 0,-11 10 0,0 1 0,-11 5 0,17-3 0,0 1 0,4-7 0,3-1 0,-23 24 0,7-3 0,29-31 0,-20 33 0,21-29 0,-15 22 0,12-8 0,2-5 0,4-1 0,-7 5 0,8-6 0,-19 28 0,13-7 0,-6 9 0,16-21 0,-4 34 0,-1-5 0,10-20 0,0 4 0,-3 14 0,1-4 0,6 2 0,2 6 0,3 0 0,5-1 0,1-9 0,1 0 0,6 8 0,3-3 0,-4-21 0,-7-11 0,14 30 0,-5-23 0,10 30 0,-5-33 0,-1-2 0,-1 5 0,12 5 0,3 1 0,1 2 0,5-2 0,4 1 0,-19-14 0,0-2 0,7-1 0,-2-4 0,-3 0 0,-9-10 0,-11-11 0,-3 4 0,8-1 0,34 5 0,-11 0 0,16-2 0,4 0 0,16 5 0,-28-6 0,3 0 0,-2-1 0,-4 0 0,-5-1 0,29 4 0,-51-7 0,20 4 0,-19-2 0,25-3 0,-22 3 0,16-3 0,8 0 0,-7 0 0,2 0 0,32-3 0,-18-2 0,-2 0 0,0-4 0,12-4 0,-36 8 0,11-3 0,12 4 0,-12-5 0,4-3 0,26 0 0,0-1 0,-24 1 0,-1-1 0,29-7 0,0-1 0,-27 9 0,-1-2 0,15-9 0,-1 0 0,-14 7 0,-5 0 0,15-11 0,-23-8 0,-14 6 0,0-7 0,-1-5 0,-5-2 0,-1-2 0,8-14 0,-2 1 0,-10 12 0,-1 2-216,10-6 1,-1 3 215,-6-1 0,3 9 0,0-2 0,-2 3 0,-1 0 0,-1-1 0,1-1 0,1-11 0,-1 1 0,-3-10 0,1-9 0,-5 17 0,-2-3 0,-1 4 0,-2-3 0,-1 4 0,-1-4 0,-2 3 0,-4-15 0,-2 5 0,1 21 0,-1 2 0,-13-31 0,-1 17 0,5 13 0,4 6 0,-2-1 0,-11-9 0,5 6 431,1 9-431,22 21 0,-14-5 0,-7-6 0,1-3 0,-33-13 0,15 5 0,-14-1 0,2 2 0,25 16 0,-8 2 0,23 8 0,-47-2 0,18 1 0,-2-2 0,-6 1 0,-2-2 0,-21 0 0,-1-3 0,9-3 0,4-1 0,14 8 0,2-1 0,-13-7 0,8 2 0,21 6 0,-9-1 0,25 3 0,11 3 0,0 0 0</inkml:trace>
  <inkml:trace contextRef="#ctx0" brushRef="#br0" timeOffset="218765">17391 8243 24575,'-6'0'0,"3"3"0,-3 8 0,6 7 0,-3 15 0,-2 23 0,1-5 0,-5 22 0,1-15 0,3-11 0,-3-2 0,5-26 0,-2-2 0,3-9 0,-1-4 0,0-2 0,-3-2 0,-3 14 0,-8 14 0,1 2 0,-1 0 0,8-16 0,6-11 0,3 0 0</inkml:trace>
  <inkml:trace contextRef="#ctx0" brushRef="#br0" timeOffset="219381">17144 8676 24575,'0'64'0,"0"-12"0,0 2 0,-1-14 0,2 0-807,1 15 1,1-1 806,-1 17 0,6-23 0,-5-11 0,1 2 523,16 28-523,-7-14 267,11-4-267,-17-44 0,4-5 0,-2 0 823,1 0-823,2 0 0,-3 0 0,10-5 0,-10 1 0,10-8 0,-15 8 0,2-1 0</inkml:trace>
  <inkml:trace contextRef="#ctx0" brushRef="#br0" timeOffset="229049">33013 8807 24575,'21'14'0,"7"19"0,0 7 0,9 24 0,-13-18 0,1 8 0,-2-3-1704,-1 4 0,-3 1 1704,0 12 0,-2 6 0,-7-7 0,-2 4 0,-2-2 0,-2-10 0,-1-3 0,-1 1 0,1 0 0,0-1 0,-3-1 0,-4 23 0,-3-15 1068,2-30-1068,-9 24 139,2-48 1,7-9 0,-3 0-1</inkml:trace>
  <inkml:trace contextRef="#ctx0" brushRef="#br0" timeOffset="229833">32966 9560 24575,'38'40'0,"1"-4"0,-24-3 0,-1 4 0,12 7 0,0 3 0,-8-2 0,0 3 0,15 18 0,-2-4 0,-6-8 0,-2-11 0,-1-6 0,-8-18 0,11 9 0,-12-24 0,0 2 0,-2-6 0,-5 0 0,0 0 0,0 0 0,0 0 0,0 0 0,0-3 0,0-6 0,13-43 0,-5 15 0,1-2 0,9-27 0,-7 21 0,0 4 0,-2 10 0,10-31 0,-2 27 0,-3-2 0,-11 28 0,-4 3 0,-8 6 0</inkml:trace>
  <inkml:trace contextRef="#ctx0" brushRef="#br0" timeOffset="231682">16237 6700 24575,'8'56'0,"-1"1"0,2 0 0,0 5 0,-1-2 0,0 5 0,-1 2-1264,1 3 0,-1 1 0,-2 3 1264,-1-13 0,-2 2 0,0 0 0,0-3 0,0 10 0,1-2 0,-2 1 236,0 5 1,-1 2-1,-1-11-236,1-17 0,0-6 0,0 1 0,0-8 0,0-20 0</inkml:trace>
  <inkml:trace contextRef="#ctx0" brushRef="#br0" timeOffset="232201">15992 7709 24575,'42'37'0,"0"0"0,-1 0 0,16 15 0,-8-6 0,-8-1 0,-2 1 0,2-1 0,13 6 0,-13-9 0,4-1 0,4-13 0,-3-6 0,-7 0 0,24 5 0,-51-24 0,0 0 0,-2-3 0,-2-3 0,-4-8 0,5-32 0,-8 23 0,5-17 0</inkml:trace>
  <inkml:trace contextRef="#ctx0" brushRef="#br0" timeOffset="235914">16931 7609 24575,'-34'18'0,"0"0"0,-31 15 0,43-21 0,1-3 0,10-4 0,-1-4 0,-17 14 0,-4 6 0,-2 2 0,-9 10-378,-2 4 0,4 3 378,10 0-46,-4 11 1,-2 4 45,12-16 0,2-1 0,-1 9 0,3-4 0,-2 1 0,20 0 0,4-28 753,3 26-753,-2-15 94,3-9-94,-2 7 0,4-18 0,-2 1 0,4-4 0,-7-2 0,2-2 0</inkml:trace>
  <inkml:trace contextRef="#ctx0" brushRef="#br0" timeOffset="238381">10446 10392 24575,'3'54'0,"11"15"0,-1-18 0,4 8 0,1-1-670,1-5 1,2-2 0,0 3 669,3 11 0,1 3 0,-1-6-678,7 3 0,-2-5 678,-7-13 0,-1-4 0,17 15 785,-5-9-785,9 2 0,-16-24 0,2-1 0,4 3 0,1-1 0,-1-4 0,0-1 948,29 20-948,-26-23 0,15 10 0,10 4 0,-17-12 0,4 0 0,4 1-1091,6 1 0,6 2 0,2 0 0,-2-2 1091,-8-4 0,0-1 0,-1-1 0,-2-1 0,11 2 0,-2-2 0,-2-1-434,12 0 1,1-2 433,-12-5 0,3-2 0,4 0 0,-7 0 0,4 0 0,1-1 0,0 0-347,1-1 1,1-1 0,-1 0 0,2-1 346,4 0 0,3-1 0,-3 0 0,-6-1-564,-11-1 1,-5 0 0,1 0 563,3 0 0,0 0 0,-5 0 0,-6-3 0,-3 0 2181,10 0 1,0-1-2182,-10-1 0,0 0 0,21-1 0,0 0 0,-20 0 0,-2 1 0,3 0 0,-2-2 0,12-9 949,-13 2-949,9-18 0,-19 9 0,0-2 0,19-20 0,-15 12 0,-3 3 0,0 7 0,26-25 0,-8 14 0,2-2 0,6-2 0,-1 2 0,2 1 0,4-2 0,0 2 403,-8 9 0,-4 1-403,-11 4 0,-3 2 0,19-6 2671,0-1-2671,-19 6 0,-4 3 0,-13 2 0,-3 0 0,-3 3 1148,0 0-1148,5-2 0,8-13 0,4 1 0,8-29 0,-15 28 0,-1-18 0,-18 25 0,-4-25 0,-7 11 0,-7-4 0,-2 1 0,1 8 0,-5-3 0,-2 0 0,0 1 0,-15-6 0,-7-3 0,9 8 0,-5 0-1237,-10-2 1,-8-3-1,3 5 1237,-2 0 0,2 3 0,-7 0 0,1 2-159,15 5 0,-2 3 159,-15 3 0,-3 2 0,-3-4 0,-5 0-968,13 7 1,-7 1-1,0 0 1,4 3 967,3 0 0,3 3 0,-3-1 0,1 1 0,-4 0 0,2 0 0,7 2-928,-6 1 0,2 2 928,5-1 0,-4 0 0,3 0 585,-7 0 0,-4 0-585,6 1 0,-8 0 0,-4 2 0,1-1 0,11 1 0,0 0 0,-2 1 0,-1-1 0,-2 1-632,-1 0 1,-3 0 0,-2 1 0,0-1 0,2 1 0,2 0 631,-3 0 0,1 0 0,2 0 0,1 1 0,3-1 0,-7 1 0,2 0 0,3 0 0,1 0 387,-6 1 1,3 1 0,-3 1-388,6 2 0,-2 0 0,-2 2 0,0 1 0,6-1 0,-1 0 0,0 1 0,-2 1 0,1 0 0,-6 1 0,-2 0 0,1 1 0,1 1 0,5 0 0,2 1 0,1 1 0,5 0 0,5-2 0,-16 3 0,13-1 0,17 6 0,33-25 0,6 2 0</inkml:trace>
  <inkml:trace contextRef="#ctx0" brushRef="#br0" timeOffset="240764">28771 10272 24575,'15'-9'0,"2"5"0,-1-1 0,11 5 0,-5-3 0,44 2 0,-36-6 0,13 7 0,-1 0 0,-17-3 0,35 3 0,12 7 0,-7-6 0,5-1-1370,-7 4 0,2-1 1370,-3-3 0,3 0 0,-7 0 0,-10 0 0,-3 0 0,24 0 0,-3 0 0,-27 0 0,-3 0 0,32 0 0,-30 0 0,-32 0 0,-4 0 0</inkml:trace>
  <inkml:trace contextRef="#ctx0" brushRef="#br0" timeOffset="241331">29846 9994 24575,'58'31'0,"0"1"0,-13-10 0,-3 0 0,-6 0 0,-2 0 0,-1-1 0,-1 1 0,-1 1 0,-1 0 0,23 18 0,-39-26 0,-8-6 0,-3-3 0,-6 13 0,-10 3 0,-33 29 0,9-20 0,-3 2 0,-6 1 0,-1-1-218,-1 1 1,4-4 217,-8 3 0,1-6 0,35-22 0,-7 5 0,17-10 0</inkml:trace>
  <inkml:trace contextRef="#ctx0" brushRef="#br0" timeOffset="242581">28848 11806 9528,'18'0'0,"21"0"2289,9 0 0,8 0-2289,-5 2 0,3 0 0,2 1 0,7-1 0,2 1 0,-1 1 383,-4 0 1,-1 1-1,-4 1-383,5 0 0,-6 2 0,9 3 1829,-30-5-1829,-20-2 0,-9-4 0,-2 0 0</inkml:trace>
  <inkml:trace contextRef="#ctx0" brushRef="#br0" timeOffset="243148">29715 11691 24575,'35'17'0,"5"2"0,-9 0 0,31 19 0,-27-11 0,22 18 0,-25-13 0,-6-6 0,-10-7 0,-5-11 0,-13-5 0,-9-3 0,-11 0 0,-31 6 0,17-4 0,-22 4 0,37-6 0,-2 0 0,17 0 0,3 0 0</inkml:trace>
  <inkml:trace contextRef="#ctx0" brushRef="#br0" timeOffset="250281">29859 8087 24575,'13'55'0,"1"5"0,-4-5 0,-1 3 0,-1-3 0,-2-1 0,1 3 0,-1-2 0,-3-1 0,-1-5 0,-2 13 0,0 0 0,0-28 0,0-4 0,0-2 0,0 13 0,-6 29 0,5-1 0,-5-5 0,6-5 0,-5-4 0,0-6 0,-1-6 0,3-31 0,3-10 0</inkml:trace>
  <inkml:trace contextRef="#ctx0" brushRef="#br0" timeOffset="253914">29883 8712 24575,'0'12'0,"0"5"0,0 31 0,-3-4 0,0 5 0,0 4 0,0-1 0,-1-2 0,0-4 0,-1 9 0,5-15 0,0-12 0,0 24 0,0-11 0,-3 5 0,2-15 0,-2-4 0,3-14 0,0-4 0,0 0 0,0-6 0,0 0 0</inkml:trace>
  <inkml:trace contextRef="#ctx0" brushRef="#br0" timeOffset="254649">29696 9240 24575,'0'10'0,"5"15"0,5 21 0,10 0 0,3 4 0,-5-2 0,0-2 0,6-2 0,-1-5 0,-4 3 0,-8-33 0,-10-3 0,7-3 0,3-8 0,17-25 0,13-5 0,4-2 0,-11 6 0,-1 0 0,10-5 0,-3 4 0,-9 11 0,-25 16 0,-3 5 0</inkml:trace>
  <inkml:trace contextRef="#ctx0" brushRef="#br0" timeOffset="259364">8158 11115 24575,'53'3'0,"0"-1"0,-1 0 0,5 0 0,1 0 0,3 0 0,-7-2 0,1 1 0,3-2 0,3 1-1448,2-1 0,5 0 1,2-1-1,0 0 0,-1 0 1448,-2-1 0,-2 0 0,1-1 0,1 1 0,1-1 0,-5 1 0,3 0 0,0 0 0,-1-1 0,-1 1 0,-4 0-283,10-1 0,-2-1 0,-4 1 0,-6 0 283,21-2 0,-15 1 1700,-22 5-1700,-34-3 0,-4 3 0,-2 0 0</inkml:trace>
  <inkml:trace contextRef="#ctx0" brushRef="#br0" timeOffset="259767">9939 10780 24575,'66'17'0,"-18"5"0,3 4 0,-4-4 0,0 1 0,1 4 0,-9-1 0,-15-5 0,-34-9 0,-25 9 0,1-4 0,-3 2 0,1-1 0,6-3 0,-9 4 0,29-16 0</inkml:trace>
  <inkml:trace contextRef="#ctx0" brushRef="#br0" timeOffset="261467">20230 10732 24575,'-11'3'0,"-2"-2"0,-8 1 0,-20 7 0,-11 1 0,-2 1 0,-6 2-761,7-1 0,-8 2 0,-2 0 0,0-1 761,1-2 0,-2-2 0,1 1 0,-1 0-919,-2 2 0,0 1 1,1-1-1,0-2 919,5-2 0,-1-2 0,3 0 0,5 0 0,-11 5 0,0 0-499,-6-3 0,-7-1 0,1 0 499,12 1 0,2 0 0,-4-1 0,5 0 0,-3-1 0,0 0 0,1 1-527,3-1 0,1 0 1,2 0-1,5-1 527,-9 0 0,3-1 0,-13 3 0,-1 0 442,5-2 0,-1 0-442,15-1 0,-1 2 0,1-2 0,-17 1 0,6-1 0,17-1 0,9 0 3524,9-3-3524,20 0 1778,3 0-1778,-3 0 3390,0 0-3390,-8-4 747,6 3-747,-10-6 0,10 4 0,-9-4 0,10 1 0,-1 0 0,7 3 0,2 0 0</inkml:trace>
  <inkml:trace contextRef="#ctx0" brushRef="#br0" timeOffset="262364">17053 10946 24575,'-40'33'0,"7"-3"0,-10 8 0,18-14 0,7-13 0,4 3 0,3-7 0,-6 4 0,13-5 0,-7-2 0,26 6 0,6-3 0,19 12 0,7 21 0,-6-10 0,-6 11 0,-17-25 0,-7-10 0,-11-3 0,3-3 0</inkml:trace>
  <inkml:trace contextRef="#ctx0" brushRef="#br0" timeOffset="269666">17365 10930 24575,'-23'6'0,"1"-1"0,-33 28 0,23-10 0,-13 6 0,21-13 0,8-16 0,-7 7 0,-27 12 0,5-2 0,-8 4 0,4-2 0,9-3 0,1-1 0,-30 11 0,5-2 0,23-7 0,23-2 0,-14 4 0,23-8 0</inkml:trace>
  <inkml:trace contextRef="#ctx0" brushRef="#br0" timeOffset="276018">9751 12491 24575,'6'6'0,"25"15"0,0 2 0,6 4-1306,3-2 1,6 2 0,4 3 1305,2 3 0,5 4 0,3 1 0,1 0-1234,-4-5 1,2 1 0,2 0-1,-1-1 1,0 0 1233,-5-2 0,0-1 0,-1 0 0,0-1 0,1 1 0,0-1 0,2 0 0,0 0 0,-4-2 0,-5-4 585,18 7 1,0-1-586,-12-5 0,7 3 0,-1-2 0,-9-4-162,-5-5 1,0-2 161,14 7 0,8 3 0,-5-8 0,-6-11 0,1-4 0,3 0 0,6 1 0,-3-2-364,-14 0 0,-2 0 1,5 0 363,5 2 0,5 0 0,3 0 0,3 0 0,-3 0 0,4-1 0,1 1 0,2 0 0,2 1 244,-14 0 1,2 1 0,1 0 0,0 0 0,2 0 0,0 0 0,0-1-245,4-1 0,2 0 0,2-1 0,-1 1 0,-1-1 0,-2 1 0,-1 0-459,-2 0 1,-1 1-1,-1 0 1,-1 0-1,-3 0 1,-2-2 458,13 0 0,-3-1 0,-3 0 0,-8-1 0,11 1 0,-5 0 79,4 0 0,0 0-79,-13 1 0,1-2 0,-4 0 0,3-1 0,4-2-138,-1 0 0,5-2 0,1-1 0,-3 1 138,14 0 0,-3 0 0,0-2 0,-4-1 0,0-2 0,-4 1 510,-12 2 1,-2 1-1,3-1-510,0 0 0,4 0 0,2 0 0,-1 0 0,1-1 0,0 0 0,2 1 0,3-1-4,6 1 1,4-1 0,3 0 0,-4 1 0,-8 1 3,1 1 0,-7 1 0,1-2 0,13-2 0,2-1 0,-9 1-83,-17 4 1,-1-1 82,3-5 0,4-4 0,1 0 0,0 0 0,1 0 0,-1-1 0,-5 1 0,0-1 0,-3-1 0,23-14 0,-8-1 0,-25 13 0,-5 0 0,24-18 3116,-22 11-3116,-5-2 1166,-3 1-1166,0-18 5572,-11 19-5572,-5 1 553,-5 9-553,-2 5 0,5-6 0,-8 0 0,4-2 0,-2-3 0,-2-1 0,-1 7 0,-5-6 0,-1 8 0,-8-18 0,6 6 0,-9-4 0,-4-7 0,-1 14 0,-15-23 0,-2 11 0,0-12 0,2 19 0,14 3 0,-2 3 0,-4-1 0,-5-10 0,-20-7 0,10 6 0,-3-2 0,1 10 0,-1-2-759,-13-14 1,-1 2 758,18 19 0,1 2 0,-5-8 0,-7-2 0,-7 3 0,-7 1 0,1-1 0,9 2 0,2 0 0,-6-1-461,6 5 0,-5-1 0,-2-1 1,0 2-1,3 1 461,-5 0 0,2 2 0,1 0 0,1 2-714,1-1 1,0 1-1,1 1 1,3 1 713,-4 1 0,3 1 0,0 2 0,7 1 0,1 0 0,-2 2-567,-7 2 1,-2 1 0,-5 1 566,0-1 0,-4 1 0,-3 0 0,-3 0 0,12 0 0,-3 1 0,-1-1 0,-2 1 0,2 0 0,2 0-237,-5 1 0,2-1 0,1 1 0,-1 0 1,-1 1 236,4 1 0,-2 0 0,0 0 0,0 1 0,-1 0 0,0 1-396,0 1 0,-2 0 1,1 1-1,0 0 0,0 1 1,3 0 395,-6 1 0,2 1 0,0 1 0,0 0 0,-2 0 0,5-1 0,-3 1 0,0 0 0,0 0 0,1 1 0,4 0 0,0 1 0,2 0 0,2 1 0,0 1 0,-2 1-255,-8 3 1,-2 3-1,0 0 1,1 0 0,6-1 254,2 0 0,4-1 0,1 1 0,0 1 12,-4 1 0,-2 2 1,5 0-1,11-1-12,11 3 0,5 1 711,-11 8 1,-1 2-712,7-3 0,-1 5 0,-8 10 0,-6 7 0,3-4 512,11-16 1,1-2-1,-1 3-512,0 3 0,-3 4 0,0 0 0,1-3 0,-6 2 0,1-3 0,-2 3 0,5-2 0,-1 2 0,-1 3 0,-3 1 0,-1 0 0,-2 2 0,-2 2 0,0 0 0,2-1 0,2-2 0,0 0 0,0 0 0,2 0 0,0-1 0,2 0 0,-1 2 0,2-2 0,2-2 0,4-5 0,-4 2 0,5-4 0,7-5 0,-5 15 0</inkml:trace>
  <inkml:trace contextRef="#ctx0" brushRef="#br0" timeOffset="279949">29188 15808 24575,'60'-6'0,"-8"5"0,7 0 0,-1-3 0,4-1 0,3 1-805,-8 3 0,1 1 1,1 0-1,1-1 805,3-1 0,1-2 0,1 0 0,0 0-1242,3 1 0,2-2 0,-2 1 1,-3 1 1241,2-1 0,-3 1 0,1-1 0,-4-1 0,3-1 0,-2 1 0,-5 1 309,15 2 1,1 2-310,-14-1 0,5-1 0,4 0 0,1 0 0,-6 2 0,2 0 0,2 0 0,-1 0 0,1 0-856,-2 0 1,0 0 0,1 0-1,0 0 1,2 0 855,-3 0 0,1 0 0,2 0 0,-1 0 0,-2 0 0,-2 0 0,11 0 0,-4 0 0,-1 0 0,2 0-225,-6 0 0,0 0 0,1 0 0,1 0 0,1 0 225,-5 0 0,1 0 0,0 0 0,2 0 0,-1 0 0,0 0 0,0 0 0,2 0 0,0 0 0,-2 0 0,-1 0 0,-2 0 73,13 0 0,-4 0 0,-1 0 0,0 0-73,1 0 0,2 0 0,-5 0 0,-10 0 0,-7 0 0,-3 0 109,7 0 1,6 0 0,-2 0-110,14 0 0,-1 0 0,-19 0 0,0 0 0,0 0 0,22 0 0,-2 0 0,-10 0 0,-4 0 0,-11 0 0,-3 0 0,-4 0 0,1 0 2008,13 0 1,1 0-2009,-12 0 0,3 0 0,6 0 0,5 0 0,-3 0 839,-1 3 1,-1 1-840,21 0 0,1 0 0,-23 0 0,-1 0 0,4 4 0,3 1 1913,13 1 1,0 1-1914,-12 3 0,-3 2 334,1-2 0,-6 0-334,-4 8 17,-24-12-17,-8 4 1840,-5-1-1840,4 5 300,6 14-300,7 4 0,-4-2 0,-2-2 0,1 6 0,8 13 0,3 3-243,0 4 0,2 2 243,-8-11 0,2 1 0,-3-2 0,3 3 0,-4-4 0,4 14 0,-10-4 0,-9-22 0,-8 28 0,5 5 0,-7-16 0,-6 19 0,-1-28 0,-4 0 0,-1 5 0,0-2 0,1 3 0,-4 20 0,-3 6-1146,-1-8 1,-2 4-1,2-5 1146,4 1 0,1 0 0,-4-2 0,-3 4 0,2-7-154,4-11 1,1-2 153,-6 18 0,-2 2 0,3-20 0,0 1 0,0-5-337,1-3 0,-1-2 337,-10 13 0,2-8 0,11-17 0,-16 18 0,-5 3 0,-6 10 0,7-12 0,-6 3 0,-12-2 0,1-6 2505,-2 5-2505,2-10 0,5-4 0,25-17 171,-24 8 0,-9 1-171,18-10 0,-4-1 0,-8 3 0,-6 2 0,1-2-314,4-1 0,2-1 0,1-3 314,-7 0 0,-1 0 0,8 2 0,-2 2 0,-2-2 0,-4-4 0,-1-2 0,-4 1 0,-1 1 0,-3 1 0,-3 0 0,1-1-534,1-3 0,1 0 1,-2-2-1,-2 1 534,7-1 0,-3 0 0,0 0 0,2-1 0,4-1-709,-7-2 1,5-1 0,-1 1 708,-11 1 0,-1 1 0,4-1 0,-2-1 0,1-2-296,12-2 1,-1-1 0,-2 0 295,0 2 0,-1 0 0,-2-2 0,10 0 0,-3-1 0,0 0 0,2 1-336,-8-1 1,1 0-1,1 1 336,-2 1 0,0 0 0,2 1 0,10-1 0,2 0 0,-2 2 0,-12 0 0,-3 1 0,-3 1 0,7-1 0,-2 0 0,-2 0 0,-1 0 0,3 0 0,-1 0 0,-2 0 0,1 0 0,1 0 0,3 0 0,1 0 0,1 0 0,-1 0 0,1 0-354,-15 0 1,0 0-1,2 0 1,3 0 353,-4 0 0,4 0 0,4 0 0,15 0 0,4 0 0,-2 0 348,-9 0 0,-2 0 1,-1 0-349,-5 0 0,-2 0 0,2 0 0,7-2 0,0-1 0,-2 0 0,5 3 0,-2 0 0,-1 0 0,2-1 0,-8-4 0,2-1 0,2 2 0,10 3 0,2 1 0,-3-1-360,-9-3 1,-2-2-1,3 1 360,-6 5 0,0-1 0,5-5 0,-3-2 0,2 1 664,-10 0 1,-1 0-665,4-1 0,-4-2 0,3-1 0,12-2 0,2-1 0,2 2 1157,-18-1 1,3 0-1158,8-6 0,7 1 0,3 5 1607,15-4-1607,6 6 2857,0-6-2857,14 3 0,-17-12 0,-2-6 0,0-13 497,5 17 0,-1-3-497,5-8 0,3-2 1498,-11-24-1498,11 17 0,1 0 0,5 10 0,3 1 0,5-20 0,0 23 0,7-10 0,6-8 0,8-6 0,4-4-1139,-5 9 0,-1-2 1,3 1 1138,3 5 0,3 0 0,0 3 0,7-18 0,-2 8 0,3 2 0,2-9 0,2-4 0,-2 16 0,1 0 0,3-12 0,0-1 0,2 4 0,-3 9 0,-10 13 0,6-12 0,-15 30 0,16-31 0,-5 17 0,10-20 3416,-17 31-3416,3-4 0,-15 18 0,10-9 0,-4-3 0,10-14 0,1-7 0,-1 5 0,-3 7 0,0 0 0,-3 6 0,8-14 0,3-3 0,-9 15 0,8-15 0,-5 16 0,4-13 0,2 7 0,-5 6 0,1 1 0,-6 10 0,4-6 0,-6 10 0,-1-1 0,-3 7 0,-3 2 0,7-2 0,0-5 0,10-3 0,-6-8 0,1 5 0,-1-10 0,-4 6 0,6-8 0,-9 11 0,4-1 0,-2 2 0,-2 1 0,2 0 0,-6 2 0,-3 5 0,0 1 0,-3 3 0</inkml:trace>
  <inkml:trace contextRef="#ctx0" brushRef="#br0" timeOffset="288999">30987 16349 24575,'0'60'0,"0"-13"0,0 2 0,0 7 0,0 1 0,1 8 0,-2 1 0,-5 5 0,-1-1 0,4-3 0,-2-3 0,-3-2 0,0-6 0,2 17 0,3-53 0,3-18 0</inkml:trace>
  <inkml:trace contextRef="#ctx0" brushRef="#br0" timeOffset="290366">30932 17308 24575,'0'13'0,"8"17"0,3 6 0,7-2 0,6-7 0,3-14 0,-2-3 0,-5-1 0,-6-5 0,-4-2 0,9-24 0,11-30 0,-8-1 0,5-9 0,-22 40 0,-1 12 0</inkml:trace>
  <inkml:trace contextRef="#ctx0" brushRef="#br0" timeOffset="291099">29579 19126 24575,'41'-7'0,"0"-1"0,24-5 0,2-3 0,-9 0 0,1 0-595,5-2 0,3 2 595,-15 9 0,3 1 0,2 0-917,-4-1 1,1-1 0,4 0 0,4 1 916,-3 3 0,4 0 0,2 1 0,3 1 0,2-1 0,2-1-556,-3-1 0,3 0 1,3-1-1,1 0 1,0 1-1,0-1 1,-4 2-1,-3 0 556,4 1 0,-5 0 0,-1 1 0,-1 1 0,3-1 0,2 1-463,-3-1 0,3-1 0,2 1 0,1-1 0,0 1 1,-3 0-1,-3 0 0,-5 1 463,3 1 0,-6-1 0,-2 2 0,2-1 0,5 0-291,-4 0 0,5 0 1,3 0-1,2 0 1,-1 0-1,0 0 1,-5 0-1,-4 0 291,6 0 0,-6 0 0,-2 0 0,0 0 0,5 0 27,2 0 0,5 0 0,2 0 0,-2 0 0,-3 0 0,-6 0-27,17 0 0,-8 0 0,-5 0 0,6 2 0,-5-1 0,14-2 0,-24 3 0,-52 0 0</inkml:trace>
  <inkml:trace contextRef="#ctx0" brushRef="#br0" timeOffset="293133">29944 20483 23430,'72'7'0,"-1"1"0,-7 0 0,3-1 0,-8-2 0,-16-4 0,2 0-728,8 1 0,11 0 1,3 0-1,-5-1 728,1-1 0,-2-2 0,7-2-553,-8 0 1,7-2 0,4-2 0,1 1 0,0-1-1,-4 1 553,3-1 0,-1 1 0,-2 0 0,1-1 0,3 0-312,-4 0 1,1-1 0,1-1 0,1 1 0,1 0 0,1 1 311,-4 1 0,1 1 0,1 0 0,1 0 0,0 0 0,0 1 0,-1 1-414,-1 0 0,0 0 0,-1 2 1,0-1-1,1 1 0,0-1 0,0 1 414,4-1 0,0 0 0,0 0 0,1 0 0,-1 1 0,1 0 0,-1 0 0,2 0 0,1 0 0,0 1 0,-1-1 0,-1 1 0,-3 1 0,-4 0-441,1 0 1,-3 1-1,-3 1 1,0-1 0,1 0 440,3-1 0,2 0 0,-1 0 0,-3 0 0,-8 2 0,-1 1 0,-6 1 0,-5-1 0,9-3 0,-12 1 0,-23 4 0</inkml:trace>
  <inkml:trace contextRef="#ctx0" brushRef="#br0" timeOffset="311764">43855 6949 24575,'-4'73'0,"1"1"0,-2-4 0,-1 6 0,0-2 0,1-13 0,-1-1 0,0 6-1211,0-4 1,0 6 0,-1 3-1,1-1 1,0-5 1210,1-5 0,1-4 0,0 0 0,0 4 0,0 4 0,0 4 0,1 2 0,0-1 0,0-2 0,0 6 0,1-1 0,1-2 0,0-6 0,0-1 0,2-4 0,-1-3 0,0-3 0,0-1 0,0-6 208,-1-6 1,2-2-209,1 16 0,2 4 290,1-6 1,0 2 0,0-2-291,0 7 0,0 0 0,4 15 0,-1-6 0,-7-9 0,2-28 0,-3-25 0</inkml:trace>
  <inkml:trace contextRef="#ctx0" brushRef="#br0" timeOffset="313064">44302 6696 24575,'23'-27'0,"28"5"0,12 22-1654,-3 0 1,10 0 1653,-15 0 0,5 0 0,2 0 0,0 0-575,-3 0 0,0 0 1,2 0-1,3 0 575,6 0 0,4 0 0,3 0 0,-2 0 0,-6 0-623,-5 0 1,-5 0-1,-1 0 1,2 0 622,10 0 0,4 0 0,-4 0 0,-9 0 0,-1 2 0,-6 0-106,12-2 1,-10 0 105,-29 4 1121,9-2-1121,-19-1 2179,18 7-2179,5 5 0,2-3 0,6 2 856,11 2 1,5 1-857,-12-4 0,3 0 0,4 0 0,-3-2 0,4-1 0,1 1 0,3-1 0,8 1 0,2 0 0,2-1 0,-1 0 0,-2-3 0,2 0 0,-3-1 0,-3 1-6,3-3 1,-4 1 0,-8 12 5,-14 11 0,-5 9 0,-13 6 0,-18 11 0,-15 7 0,1 6-1219,6 3 0,-1 6 1,0 1-1,1-1 1219,0-4 0,0 0 0,0-1 0,0-3 0,-2 8 0,0-3 0,1-2-725,4-4 0,0 0 0,1-4 725,-2 7 0,1 5 152,-2-19 0,0 9 0,1 3 0,-1-3 0,1-7-152,-1-3 0,0-5 0,0 2-168,1 23 1,-1 4-1,0-22 168,-2-28 4115,1-16-4115,-2-5 3116,0 3-3116,0 0 1577,0 3-1577,0-3 1295,0 0-1295,0-3 0,0 3 0,0 40 0,0 15 0,0-13 0,1 10 0,-2 3-1469,0-4 1,-1 3 0,-1 1 0,2-2 1468,0-3 0,1 0 0,0-1 0,-1 1 0,-2 2 0,-1 3 0,0-4 0,1-9 0,2-2 0,0-9 0,-5 5 0,6-51 0,0-2 0,0-8 0,0 12 0,0-2 0</inkml:trace>
  <inkml:trace contextRef="#ctx0" brushRef="#br0" timeOffset="313664">44577 9936 24575,'9'0'0,"0"0"0,47-3 0,22-2 0,-18 5 0,4 0 0,4-1-2458,-1-3 0,4 0 1,2-1-1,-1 2 2412,2 2 1,0 1-1,-1 0 1,-1-1 45,-8 0 0,-2-2 0,0 1 0,3 0 82,-5 2 1,3-1-1,0 2 1,-1-1 0,-2 0-83,3 1 0,-3 1 0,0-1 0,1 0 207,9 0 0,3 0 0,-3 0 0,-10 0 0,0 2 0,-8-1 0,-13 0 1,0-1-1</inkml:trace>
  <inkml:trace contextRef="#ctx0" brushRef="#br0" timeOffset="314983">43699 10955 24575,'3'24'0,"0"-6"0,0-6 0,0-6 0,0-3 0,8 8 0,0-1 0,6 5 0,-7-3 0,-2-3 0,11 0 0,8 2 0,36 1 0,5-1 0,-10 3-792,-7-6 1,9 0-1,-4-2 792,-9-3 0,2-1 0,6 1 0,8 1 0,6 0 0,-1 0 0,-9-1 0,2 1 0,0-1 0,2 1 0,1-1-1200,7-1 1,3 0 0,0 0-1,0 0 1,-2 1 1199,-5 0 0,-1 0 0,0 0 0,-3 0 0,-1 0 0,4-1 0,-2 0 0,-2 0 0,-2 0-724,10-2 1,-2 1 0,-2-1 723,-2 3 0,-1 0 0,3-1-267,-1-1 1,3-1 0,0 0 0,-2-1 266,3 0 0,-2-2 0,2 1 0,-6-1 0,3 0 0,-2 0 0,-7-2 0,5-1 0,-6-1 0,-3 0 0,-9 1 1163,-12-2-1163,16 7 4971,-10-7-4971,1 7 0,4 1 1639,10-3 0,1 0-1639,1 0 0,1 0 0,4 3 0,0-1-30,-13-2 1,1 0 29,14 3 0,6 0 0,-4 0 0,5 0 0,-1 0-121,-10 0 1,-1 0-1,-1 0 121,2 0 0,-2 0 0,-6 0 0,20 0 0,-64 0 0,-5 0 0,-6 0 0</inkml:trace>
  <inkml:trace contextRef="#ctx0" brushRef="#br0" timeOffset="315781">44355 10620 24575,'6'0'0,"19"-5"0,20-5 0,9-1 0,-1 3 0,3-1-2116,1-3 1,6-2 0,-3 4 2115,15 4 0,-4 1 0,-13-5 0,0 0 305,7 5 0,5 1-305,-13 0 0,3-2 0,3 2 0,-7 1 0,1 1 0,3 0 0,1 0-611,-2 0 0,3 0 0,1 1 0,0 0 0,-3 0 611,6 0 0,-1 1 0,-3 0 0,-3 1 0,3 0 0,-3 1 0,-4-1-373,15-1 0,-8 2 373,6 9 954,-24-7 0,4-1-954,19 1 0,3 0 0,-5 2 0,4 1-469,-1-4 1,6 0 0,-6-1 468,2 3 0,-4-1 0,2 0 0,-7-1 4228,-9 0-4228,-28-2 0,-13 2 0,-8-3 0</inkml:trace>
  <inkml:trace contextRef="#ctx0" brushRef="#br0" timeOffset="316431">44942 10733 24575,'58'0'0,"-10"0"0,9 0 0,0 0 0,13 0 0,5 0-2045,-18 0 0,6 1 1,1-1-1,-3-1 2045,6-1 0,-2-1 0,-2 0 0,-12 3 0,-2-1 0,3 1 85,17-3 0,5 1 1,1-1-86,-16 1 0,2 0 0,1 0 0,1 0 0,11 2 0,2 0 0,1 0 0,-5-1 0,-11-2 0,-1 0 0,-3 0 0,-4 1 0,33 2 0,-23-1 0,-51-3 0</inkml:trace>
  <inkml:trace contextRef="#ctx0" brushRef="#br0" timeOffset="317299">44442 10382 24575,'5'-6'0,"30"-3"0,0 3 0,8 2 0,7 1 0,6 1 0,-3 0-1948,2-1 1,1 0 1947,3 3 0,3 0 0,-5 0 0,-8 0 0,1 0 0,0 2 0,6 0 0,4 0 0,-1 0 0,3-2 0,2 0 0,0 0 0,1 1 0,4 2 0,1 2 0,2-1 0,1-1-440,-6-2 0,3-1 0,-1 0 0,1 0 0,-3 1 440,9 0 0,-2 2 0,0-1 0,-2-1 0,-3 0 0,0-2 0,-1 1 0,1 0 0,5 0 0,3 1 0,-3-1 0,-8-1-185,12-2 1,-7 0 184,-1 1 0,-9 0 0,-14-5 0,-47 4 0</inkml:trace>
  <inkml:trace contextRef="#ctx0" brushRef="#br0" timeOffset="318131">44962 10175 24575,'52'0'0,"0"0"0,8 0 0,11 0 0,4 0 0,-6 0 0,2 0 0,-3 0 0,11 0-1229,-19 0 0,8 0 0,6 1 0,3-1 1,2 0-1,0 0 0,-3 0 0,-4-1 1048,-1-1 0,-3 0 0,-1-1 0,-1 0 0,1 1 0,2-1 0,2 1 181,-6 1 0,2 1 0,1-1 0,1 1 0,1 0 0,0 0 0,0 0 0,-1-1 0,0 0-252,0 0 0,1-1 1,1 0-1,1 0 1,-2 0-1,-2 0 1,-3 0-1,-3 0 0,-6 1 252,19 0 0,-7 2 0,-5-1 0,-1 0 0,24 0 0,-2 0 0,-35 0 0,-44 0 0</inkml:trace>
  <inkml:trace contextRef="#ctx0" brushRef="#br0" timeOffset="320798">42968 9835 24575,'46'54'0,"-2"-11"0,7 4 0,-10-6 0,1 3 0,3 0-2214,-4-6 1,3-1 0,0 1 0,0-1 2213,9 8 0,-1-1 0,5 3 0,-8-8 0,3 3 0,2 2 0,-1-2 0,-4-3 459,10 10 0,-5-4 0,2 2-459,-5-7 0,2 3 0,-4-3 0,-9-6 1563,12 16-1563,-42-43 0,-16-9 0,0-7 0</inkml:trace>
  <inkml:trace contextRef="#ctx0" brushRef="#br0" timeOffset="321197">43766 10438 24575,'12'16'0,"-4"-5"0,23 31 0,-5-8 0,8 3-1176,11 5 0,9 5 0,0 1 1176,-1 1 0,1 1 0,7 0-1173,-4-9 1,8 2-1,3-1 1,-3-1-1,-7-5 1173,0 1 0,-6-3 0,3-2 0,-3-4 0,5 0 0,-4-3 0,-11-6 1838,5-3-1838,-19-15 0,-31-39 0,-10-15 0,7 3 0,-1-1 0,-3-5 0,-1 2 0,4-19 0</inkml:trace>
  <inkml:trace contextRef="#ctx0" brushRef="#br0" timeOffset="332449">47861 6695 24575,'19'3'0,"46"4"0,-17-4 0,4-1 0,14 1 0,6 0-938,-19-2 1,4-1 0,1-1 0,1 1 937,1 0 0,1 0 0,0 0 0,0 0 0,-3 0 0,1 0 0,-2 0 0,-2 0 0,7 0 0,-2 0 0,-10 0 1166,12 0-1166,-46 0 614,-10 3-614,6 0 0,26 6 0,-17-5 1969,42 1-1969,-48-5 0,16 0 0,-27 3 0,4 11 0,-7-5 0,12 29 0,-3 1 0,-2-5 0,-1 6 0,-1 14 0,-2 5 0,0 7 0,-2 2 0,-4 1 0,-2 0 0,1-20 0,0 1 0,1 1-559,-2 7 1,1 2-1,1 2 559,2-7 0,0 2 0,1 2 0,-1 1-1137,0 14 0,0 3 0,0-1 1,2-5 1136,2-2 0,0-6 0,1 6 0,-3-11 0,-1 4 0,0 2 0,1-1 0,0-3-461,3 1 0,1-4 1,0 1-1,0 5 461,-2 4 0,-1 5 0,0 3 0,1-1 0,0-1 0,1-6 0,2 1 0,-1-2 0,1 0 0,-2-2-705,0 9 1,-1 0-1,1-3 1,0-2 704,2 9 0,2-4 0,-3 0 0,-2-6 0,-1-2 0,0 4 0,0-4 0,2 3 0,-1 1 0,-1-3-3,-2 10 1,-1-3 0,1 1 2,0-15 0,2 1 0,-1-1 0,-1-3 0,0 1 0,-2-3 0,1-6 0,3-6 0,-1-4 0,-1 28 0,4-45 0,-5-16 0</inkml:trace>
  <inkml:trace contextRef="#ctx0" brushRef="#br0" timeOffset="333414">48373 7247 24575,'3'73'0,"0"1"0,0-24 0,1 2 0,-1 3 0,-1 0 0,-1 3 0,1 3 0,1 1-1209,1-3 0,0 1 0,1 2 1,0-1-1,0 0 1209,0 11 0,1 0 0,1-1 0,0 2 0,1-11 0,0 0 0,0 1 0,1 0 0,-1 1 0,0 3 0,1 3 0,-1 0 0,0-4 0,1-5 0,1 4 0,1-7 0,-2 1 0,-1 6 0,-1-1 0,0-8 892,0-12 1,-1-7-893,1 14 973,-1-4-973,-6-22 0,0-8 0,0-12 0</inkml:trace>
  <inkml:trace contextRef="#ctx0" brushRef="#br0" timeOffset="333997">48763 7595 24575,'11'65'0,"0"-1"0,0 1 0,-4-13 0,-1-2 0,0 0 0,2 3 0,0 1 0,-2 3-1395,-2-1 1,-2 3-1,-1 2 1,2 1 1394,1 9 0,0 3 0,0 0 0,0-2 0,-1-11 0,0-1 0,-1-1 0,0 2 0,0 8 0,-1 4 0,1-5 0,0-10 0,2-12 0,-1-3 0,-3 32 0,1-2 544,3-29 0,-1-5-544,-3 24 1021,0-17-1021,2-13 0,2-7 0,2-12 0,-3-4 0,0-10 0</inkml:trace>
  <inkml:trace contextRef="#ctx0" brushRef="#br0" timeOffset="334716">49252 7568 24575,'-3'15'0,"2"20"0,-2 26 0,3-16 0,0 4-1448,0 3 0,0 1 1448,0 6 0,0 3 0,0-14 0,0 2 0,0 3 0,0 15 0,0 3 0,0 4 0,0-5 0,0 3 0,0 1 0,0-1-1350,0-3 1,0-1 0,0 0 0,0-1 1349,0-2 0,0 1 0,0-4 0,0-7 0,0 9 0,0-4 435,0-8 0,0 2 0,0-5-435,0-1 0,0 0 0,3 25 0,0-2 0,-3-27 0,1-5 0,5 6 0,-6-24 0,0-4 1068,3 0-1068,-3-1 0,3-10 0,-3-2 0</inkml:trace>
  <inkml:trace contextRef="#ctx0" brushRef="#br0" timeOffset="359227">45885 9028 24575,'0'49'0,"0"0"0,-2 4 0,-2 8 0,0 3 0,0-4 0,0 9 0,1-3 0,-1 4-409,0-5 0,0 5 0,0-3 1,0-6 408,0 14 0,1-13 132,3-12 1,0-26-1,0-27 1</inkml:trace>
  <inkml:trace contextRef="#ctx0" brushRef="#br0" timeOffset="359610">45702 9573 24575,'0'59'0,"2"-17"0,2 2 0,0-5 0,0 1 0,0 24 0,1 0 0,3-24 0,-1-2 0,-5 6 0,1-4 0,10-10 0,-7-16 0,0-12 0,-2-7 0,-2 4 0,-2-5 0</inkml:trace>
  <inkml:trace contextRef="#ctx0" brushRef="#br0" timeOffset="360660">47429 8521 24575,'8'-3'0,"2"0"0,2 3 0,5-3 0,11-2 0,44-10 0,-32 9 0,1 0 0,3-1 0,-1 2 0,28-1 0,-37 6 0,-7 0 0,-7 0 0,-10 0 0,11 0 0,-9 0 0,21 0 0,-13 3 0,27-2 0,-20 3 0,0-4 0,-16 0 0</inkml:trace>
  <inkml:trace contextRef="#ctx0" brushRef="#br0" timeOffset="361143">48012 8238 24575,'43'15'0,"3"9"0,-2 0 0,-6-1 0,-1 0 0,-1-4 0,29 18 0,-41-15 0,-2-9 0,-10 9 0,-31 4 0,-25 18 0,1-1 0,0 2 0,14-17 0,1 0 0,-6 8 0,7-4 0,17-14 0,-1 4 0,7-14 0,-3 2 0</inkml:trace>
  <inkml:trace contextRef="#ctx0" brushRef="#br0" timeOffset="368676">13534 11108 24575,'0'28'0,"0"14"0,2 21 0,3 7 0,0-22 0,1 1 0,2 27 0,2-4 0,11-5 0,-6-19 0,-5-17 0,-5-18 0,-1 1 0,-1-7 0,0-5 0</inkml:trace>
  <inkml:trace contextRef="#ctx0" brushRef="#br0" timeOffset="369228">13543 11227 24575,'-3'43'0,"0"4"0,0-4 0,0 2 0,1 11 0,-7 14 0,9-47 0,-3 12 0,3-29 0,0-3 0</inkml:trace>
  <inkml:trace contextRef="#ctx0" brushRef="#br0" timeOffset="369759">13356 11260 24575,'4'0'0,"-2"0"0</inkml:trace>
  <inkml:trace contextRef="#ctx0" brushRef="#br0" timeOffset="370925">13468 11907 24575,'33'23'0,"-1"-2"0,10 12 0,-13-14 0,-15-5 0,-2-8 0,-3 0 0,0 0 0,9-43 0,-4-1 0,2-6 0,0-1 0,1-4 0,-1 1-593,3-10 1,0 3 592,2 1 0,-3 10 0,-9 17 0,-1 12 0,-6 7 0,-2 4 0,0 1 0</inkml:trace>
  <inkml:trace contextRef="#ctx0" brushRef="#br0" timeOffset="373026">8784 17338 24575,'-7'57'0,"0"-1"0,0 1 0,1-4 0,0 4 0,-1 0 0,1 1 0,-2 2 0,0 0 0,0 2 0,0 3-1355,2-2 1,1 4-1,0 2 1,0 0 0,0-2 1354,0-5 0,0 0 0,0-1 0,0 2 0,1 3 0,1 2 0,1 4 0,1 1 0,0 2 0,0 0 0,-1 0-650,1-9 1,0 1 0,0 0 0,0 1 0,0-1 0,0-1 0,0-1 649,1 6 0,0 0 0,0-1 0,0-1 0,0-1 0,0-3-114,1 3 0,0-3 1,1 0-1,-1-3 1,1-3 113,0 2 0,0-2 0,0-3 0,1-3-555,2 2 0,0-3 0,1 3 555,0 0 0,1 5 0,-1 0 0,0-5 507,-1 3 1,0-3 0,0-3-508,5 16 0,-1-10 0,-5-9 0,-1-44 0</inkml:trace>
  <inkml:trace contextRef="#ctx0" brushRef="#br0" timeOffset="374309">9023 17560 24575,'11'0'0,"2"-3"0,13 3 0,37-5 0,14 0 0,-19 1 0,5-1-969,-6 1 0,7 0 0,3 0 0,1 0 969,5-1 0,0 1 0,3 0 0,2 0-441,-18 1 0,1 0 0,2 0 0,1 0 0,0 0 1,0 1 440,4-1 0,1 2 0,0-1 0,0 1 0,-1-1 0,-3 1 0,5-1 0,-1 0 0,-2 1 0,0-1 0,-2 1 0,13 1 0,0 0 0,-5 0 0,-8 0 0,0 0 0,-6 0 0,9-3 0,-11 14 0,-35 31 0,-11 10 0,-7-7 0,-1 4-479,6 6 1,1 6 0,-2-5 478,-6-3 0,-2 1 0,1-3 0,1 5 0,0 4 0,0-2 0,-2 1 0,0 0 0,0 1 0,0 1 0,0 13 0,0 3 0,0-1 0,0-5 0,0 3 0,0-5 0,0-4 0,0 11 0,0-12 0,0-17 2135,0 16-2135,0-20 0,-3 2 0,0 6 0,-2-3 0,1 6 257,1 12 0,1 8 0,-1-3-257,1-18 0,-1-1 0,1 1 0,2 12 0,0 2 0,0-3 0,0 3 0,0 0-116,2-7 1,1 2 0,-1-4 115,-1 0 0,0-2 345,2 6 0,0-10 1,-3-25-1,0-19 1</inkml:trace>
  <inkml:trace contextRef="#ctx0" brushRef="#br0" timeOffset="375160">8448 20697 24575,'37'4'0,"0"-1"0,8-2 0,23-4 0,9-2-2317,-11 2 1,6 0 0,7-1 2316,-17 0 0,5-1 0,4-1 0,2 0 0,1-1 0,0 1-401,-8 1 0,1-1 1,1 1-1,0-1 1,1 1-1,0-1 1,0 1 400,2 1 0,1-1 0,0 1 0,1 0 0,-1 0 0,0 0 0,1-1 0,1 1 0,4-2 0,0 1 0,-2 0 0,-2 0 0,-6 1 0,-7 2 627,14 0 0,-10 3 1,-1-2-628,12-2 0,-2-1 0,-33 0 0,-38 4 0,-3-3 0</inkml:trace>
  <inkml:trace contextRef="#ctx0" brushRef="#br0" timeOffset="381543">7813 11156 24575,'8'0'0,"7"2"0,41 2 0,15 0 0,-17-2 0,5 0-2306,-8 0 1,7 0 0,2 0 0,-2-1 2305,9 0 0,-2 0 0,7-3 0,-4-2 0,6-2 0,3-2 0,1 1 0,-4 0-194,-8 3 1,-3 0 0,1 0 0,1-1 0,3-1 193,-3-1 0,4-1 0,3-1 0,0 0 0,-2 0 0,-4 0 0,-7 2 0,4-1 0,-8 2 0,-1 0 0,2-1 0,14-4 0,5-2 0,-5 1 0,-15 1 1845,13-5-1845,-21 4 0,-5 1 0,-22 3 0,-18 8 0,-2-3 0</inkml:trace>
  <inkml:trace contextRef="#ctx0" brushRef="#br0" timeOffset="382029">9998 10616 24575,'43'30'0,"1"1"0,-11-5 0,4 1 0,11 6 0,7 3 0,-4-1-1876,-2 4 0,-1-2 1876,14 0 0,-3-3 0,-6 9 1167,3-4-1167,-44-26 614,6 10-614,-33-2 0,-28 12 0,3-5 0,-6 1 0,-12 1 0,-2-1 226,-2 6 0,2-3-226,14-14 0,5-2 0,-9 12 0,40-25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8:51:43.1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23845 8214 24575,'7'13'0,"8"21"0,-3 20 0,4-1 0,-1 4 0,-6-7 0,-1 3 0,2-2 0,2 4 0,-2-3 0,-2 6 0,-2-3 0,4-1 0,-2-4 0,-2 13 0,-1-36 0,-5-6 0,0-10 0,0 0 0,0-8 0</inkml:trace>
  <inkml:trace contextRef="#ctx0" brushRef="#br0" timeOffset="435">23941 8865 24575,'26'21'0,"-5"-1"0,-12-13 0,-2 9 0,6 8 0,-2 2 0,5 1 0,-7-12 0,0-6 0,-3-6 0,0 2 0,0-4 0,5 2 0,-1-9 0,10-2 0,-2-6 0,17-12 0,-2-7 0,-6 11 0,-11-1 0</inkml:trace>
  <inkml:trace contextRef="#ctx0" brushRef="#br0" timeOffset="1117">23548 8988 16283,'14'3'0,"-3"1"3611,11 5-3611,2 4 1427,20 6-1427,-11-4 762,28 2-762,-41-9 623,16-3 0,-32-2 0,1-3 0</inkml:trace>
  <inkml:trace contextRef="#ctx0" brushRef="#br0" timeOffset="7600">19293 6171 24575,'-13'40'0,"5"8"0,0 8 0,-1-9 0,-1 4 0,1 2-2788,-2 14 1,2 3 0,-1-1 2787,2-3 0,0-1 0,1 0 0,-1 0 0,1 0 0,0-1 93,1-4 1,1 0 0,-1 4-94,0 2 0,0 5 0,-1 2 0,1 0 0,2-12 0,0-1 0,1 2 0,-1 0 0,1 2-218,-1 8 0,0 1 0,0 2 0,1 1 1,1 0 217,1-7 0,0 2 0,1 0 0,1 0 0,-1-2 0,1-3 0,-1 10 0,0-5 0,0 0 0,2 6 0,-1-8 0,2 4 0,0 3 0,0 0 0,0-1 0,-1-3 0,0 3 0,0-3 0,0-1 0,0 1 0,0 0 0,-1-8 0,1 1 0,-1-1 0,1 1 0,0 0 0,-1 0 0,2 3 0,0 1 0,0 1 0,-1-2 0,1-3 0,-1-3 0,-2 2 0,1-3 0,-1-3 0,0-1 0,3 16 0,0-3 0,-1-1-375,-2-9 0,0-1 0,0 2 375,1-7 0,1 3 0,0 2 0,0 3 0,0 0 0,0 3 0,0 3 0,0 1 0,0 2-222,0-1 0,1 4 0,0 1 1,0 0-1,0-1 0,0-3 222,-1 3 0,0-2 0,-1-2 0,1-1 0,0-3 0,2 5 0,0-2 0,-1-3 0,0-2-219,-2 9 1,-2-3 0,2-4 218,3-15 0,2-2 0,-2 3 0,-1 15 0,0 4 0,1 4 0,1-4 0,1 4 0,1 0 0,-1-1 118,-1-8 0,-1-2 1,1 1-1,0 3-118,1 3 0,0 4 0,1 2 0,0-2 0,-2-5-320,0-5 0,0-3 1,-1-2-1,1 1 320,1 4 0,0 1 0,0-2 0,0-3 0,0-1 0,-1-5 0,0 5 746,1 1 1,0 3-1,0 4 1,0 2-747,1 1 0,-1 3 0,0 2 0,0 0 0,0-4-237,-2-11 0,0-1 0,0-2 1,-1 2-1,1 1 237,2 10 0,0 4 0,0-1 0,0-3 0,-3-7 0,-1-1 0,-2-6 0,0-2 92,4 14 0,0 0-92,-4-11 0,0 2 0,0 4 0,0-5 0,0 2 0,0 3 0,0 2 0,0-1 0,0 2 0,0 3 0,0 2 0,0 0-202,0-2 0,0 3 1,0 0-1,0 1 1,0-1-1,0-3 202,-2 4 0,1-1 0,-1-1 0,0-3 0,1-2 0,0 2 0,1-3 0,0-2 0,-1-2-341,-1 12 1,-1-4-1,0 6 341,3-15 0,0 2 0,0 3 0,1 2 0,-2 0 0,0-2 0,0 2 0,-1 1 0,1 2 0,-1 0 0,1 0-89,1-4 1,-1 2 0,1 0 0,0 0 0,0 1-1,0-2 1,-1-2 88,0 4 0,0-1 0,-1-1 0,1-1 0,-1-1 0,1-3 0,1 13 0,-1-2 0,2-2 0,-1-2-38,2-7 1,-1-1 0,2 0-1,-1 2 38,1-3 0,0 3 0,0 1 0,1-1 0,0-1 0,2 8 0,0-2 0,0 1 0,1 4 0,-1-9 0,1 3 0,0 3 0,0 0 0,0-1 0,1-3 14,0 5 0,0-2 1,0-1-1,1 0 1,0-1-15,-1-4 0,1 0 0,-1-1 0,1-1 0,0 0 0,1 9 0,0-1 0,1-2 0,-1-3 298,1 5 0,1-4 0,-1 0-298,-1-3 0,0-1 0,0 2 0,-2-7 0,0 1 0,0 0 0,0-1 0,2 12 0,-1-2 0,0-1 0,-1-2 0,0-1 0,0-2 0,-1-8 0,1-2 0,-2-3 0,-1 6 0,-2-4 0,0-4 0,1 0 1819,1 5 0,2 0-1819,-1-3 0,1 2 0,5 16 0,2 0 570,-5-20 0,0-1-570,1 11 0,-1-3 0,-2 3 5570,5 14-5570,-11-39 1227,14 37-1227,-8-15 0,4 5 0,-6-7 0,-5-28 0,-22 6 1293,13-4-1293,-21 27 0,-3 7 133,19-24 1,1 1-134,-11 22 0,2-4 0,7-8 0,12-33 0,3-8 0</inkml:trace>
  <inkml:trace contextRef="#ctx0" brushRef="#br0" timeOffset="9104">19724 24017 24575,'-16'3'0,"-24"6"0,-7 1 0,-11 1 0,10-3 0,-6 0 0,-5 0 0,-6 0-1405,6-2 1,-5-1 0,-5 0-1,-2-1 1,-1 1 0,0-1-1,1 0 1192,2 0 0,2 0 0,-1 0 0,0 0 1,-3-1-1,-4 0 0,-5-1 47,16-1 0,-4 0 0,-4 0 1,-1-1-1,-3 0 0,-2 0 1,0-1-1,-1 1 0,1-1 0,0 0 1,2 1-1,1-1 0,3 0 166,-1 1 0,2-1 0,2 0 0,1 0 0,0 0 0,1 0 0,-2 0 0,-1 0 0,-2 0 0,-3-1 0,-3 0-49,13 0 0,-1 1 0,-3-1 0,-1 0 1,-1 0-1,-2 0 0,0-1 0,-2 1 0,0-1 1,-1 1-1,0-1 0,0 1 0,1-1 0,-1 0 1,1 0-1,1 0 0,1 1 0,1-1 49,0 0 0,1-1 0,0 1 0,0 0 0,1-1 0,1 1 0,-1-1 0,0 1 0,0-1 0,0 0 0,0 1 0,0-1 0,-1 0 0,-1 1 0,-1-1 0,0 1 0,-1-1-102,3 1 1,-1 0-1,-1 0 1,-2 0-1,0 0 1,-1-1 0,0 1-1,-1 0 1,0 0-1,0 0 1,1 0 0,0 0-1,0 0 1,1 0-1,1 0 1,2-1-1,0 1 1,2 0 0,2 0-1,2-1 102,-13 0 0,3 0 0,3 0 0,2-1 0,1 0 0,1 1 0,0-1 0,1 1 0,-2 0 0,0 0 0,-3 0 0,-1 0 0,-4 0 0,12 2 0,-3-1 0,-1 1 0,-1 0 0,-3 0 0,0-1 0,0 2 0,-2-1 0,0 0 0,1 0 0,-1 1 0,1-1 0,1 1 0,1-1 0,1 1 0,1 0 0,3-1 0,1 1 0,3 0 0,-13 0 0,5-1 0,1 1 0,3 0 0,2 0 0,0 0 0,0 0 0,-1 1 0,0-1 0,-2 0 0,-3 1 0,-3-1 0,7 1 0,-3 0 0,-2-1 0,-1 1 0,-3 0 0,0 0 0,-1-1 0,0 1 0,-1 0 0,1 0 0,0 0 0,2 0 0,0 0 0,3 0 0,1 0 0,3 0 0,3 0 0,-10 0 0,2 0 0,3 0 0,1-1 0,2 1 0,1 0 0,0 0 0,1 0 0,1 1 0,-2 0 0,1 0 0,-6 2 0,-1-1 0,0 1 0,0 1 0,1-1 0,1 1 0,2 0 0,2 0 0,4-1 0,3 1 0,-16 0 0,8 0 0,4 0 0,-3 0 0,-8 2 0,14 0 0,-5 1 0,-2 1 0,-3 0 0,-1 1 0,0-1 0,-1 1 0,0-1 0,2-1 0,0 1 0,1-2 0,-1 1 0,0 0 0,0-1 0,-1 0 0,0 1 0,0-1 0,-1 1 0,5-1 0,-2 1 0,1-1 0,-2 1 0,1 0 0,0-1 0,-1 1 0,0-1 0,0 1 0,0-1 0,-2-1 0,-1 1 0,-1 0 0,-1 0 0,1-1 0,0 0 0,2 0 0,1 0 0,3 0 0,2-1 0,-5 1 0,3-1 0,3 0 0,1 0 0,1 0 0,-1-1 0,-2 1 0,-4-1 0,-2 0 0,-1 0 0,1-1 0,1 0 0,4 1 0,3-1 226,-1 0 1,4 0 0,3-1 0,0 1 0,-3-1-227,-4-1 0,-2 0 0,-1 0 0,1 0 0,0 0 0,0 0 0,0 0 0,0 0 0,0 0 0,0 0 93,-4-1 0,-1 0 0,1-1 0,2 0 1,5 1-94,-12 0 0,7 0 0,3-1 0,4-1 0,2-1 0,18-1 2821,23-3-2821,-17-1 4218,20 2-4218,3 3 0,12 1 0,5 3 0</inkml:trace>
  <inkml:trace contextRef="#ctx0" brushRef="#br0" timeOffset="10134">3233 7419 24575,'0'72'0,"0"0"0,0-15 0,0 6 0,0-1 0,0 8 0,0 6 0,0-1-1967,0-11 1,0-1 0,0 3 0,0 4 0,0 6 1885,0-15 0,0 3 0,0 4 0,0 2 0,0 3 0,0 1 0,0 2 1,0 1-1,0 1 0,0 0-98,0-11 1,0 1 0,0 1 0,0 2 0,0 1 0,0 0 0,0 1 0,0 1 0,0-1 0,0 1 0,0 0 0,0-1 0,0 0 0,0-1 178,0 0 0,0-1 0,0 1 0,0-1 0,0 0 0,0 0 0,0 0 0,0 0 0,0 1 0,0 0 0,0 0 0,0 1 0,0 0 0,0 1-63,0-4 1,0 1-1,0 0 1,-1 2 0,1-1-1,0 1 1,0 1 0,0-1-1,0 0 1,0 0 0,0 0-1,0-1 1,0-1-1,0 0 1,0-1 0,1-2 62,-1 7 0,1-2 0,0 0 0,0-2 0,0 0 0,-1-1 0,2 0 0,-1 0 0,0 1 0,0 0 0,0 1 0,0 1 0,0 1-141,0-3 1,0 0 0,-1 1 0,1-1 0,0 2-1,-1-1 1,1 2 0,0-1 0,0 1 0,0 1 0,0 0-1,0 1 1,1 1 0,-1 0 0,1 1 140,0-8 0,0 1 0,0 1 0,0 0 0,1 1 0,-1 0 0,1 1 0,0 1 0,0-1 0,0 2 0,0-1 0,0 0 0,0 1 0,0-1 0,-1 1 0,1-1 0,0 0 0,-1 0 0,1 0-8,-1-4 1,0 1-1,0 1 1,0-1-1,0 0 1,0 1-1,0 0 1,0-1-1,-1 1 1,1 0-1,0-1 1,0 1-1,0-1 1,0 0 0,0 0-1,0 0 1,0-1-1,0 0 1,0 0-1,1-1 8,0 4 0,0 1 0,0-1 0,0 1 0,0-1 0,0 1 0,0-1 0,1 0 0,-1-1 0,1 1 0,-1-2 0,0 0 0,0-1 0,1-1 0,-1 0 0,0-2 0,-1-1 0,1-1 0,0 16 0,0-1 0,0-1 0,0-2 0,-1 0 0,1-1 0,-1-2 0,0-2 0,1-1 0,-1-2 0,1-2 0,0-3 0,0 17 0,1-3 0,0-4 0,-1-2 0,1-3 0,0-2 0,0-3 247,1 4 1,1-5 0,-1-3 0,0 0 0,0 1-248,0 15 0,-1 1 0,1-3 0,0-6 377,3-8 1,0-6-1,-2-1 1,-1 20-1,-1-14 1,1-30 0</inkml:trace>
  <inkml:trace contextRef="#ctx0" brushRef="#br0" timeOffset="11369">3280 7251 24575,'37'-21'0,"0"0"0,16-2 0,11-2 0,6-1 0,0 1-1967,-12 3 1,1 0 0,2 0 0,3 0 0,4 0 1779,-8 3 1,4 1 0,3 0 0,2-1 0,2 1-1,0 0 1,0 0 0,-2 0-84,0 1 1,-1 0 0,0 0-1,0 0 1,1 1 0,3 0 0,3-1-1,5 0 270,-19 5 0,2 0 0,3-1 0,1 1 0,3 0 0,1-1 0,1 1 0,1-1 0,0 1 0,1 0 0,-1-1 0,0 1 0,0 0 0,-2-1 0,-1 1-63,2 0 0,-2-1 0,0 1 1,0-1-1,-1 1 0,0-1 0,0 1 1,1-1-1,0 1 0,1 0 0,2-1 1,1 1-1,1-1 0,3 1 63,-10 1 0,2 1 0,2-1 0,1-1 0,2 1 0,1 0 0,1 0 0,1 0 0,0-1 0,0 1 0,0 0 0,0 0 0,-1 1 0,-1-1 0,-1 1 0,-1 0 0,-2 0 0,-2 1 0,-2 0 0,-2 0-170,15-2 1,-2 1 0,-3 0 0,-2 1 0,-1 0 0,-2 1 0,0-1 0,-1 1 0,1 0 0,0 0 0,0 0 0,2-1 169,2 1 0,2-1 0,0 1 0,2-1 0,-1 0 0,0 1 0,-1-1 0,-2 2 0,-2-1 0,-2 1 0,-4 1 0,-3 0 96,19 0 0,-6 1 0,-4 1 1,-3 0-1,1-1 0,2 0-96,-9 0 0,0-2 0,0 1 0,0-1 0,1 1 0,0 0 0,1 1 0,3 1 0,2 0 0,-1 1 0,2 1 0,-1-1 0,1 0 0,0 0 0,2 0 0,1-1 0,1 0 0,0 0 0,-1 0 0,-3 1 0,-3 0 0,9 0 0,-4 1 0,-2 1 0,-1 0 0,1 0 88,1 1 0,2 0 0,-1 0 0,-4 1 1,-7-2-89,2-1 0,-8-1 0,3 0 197,-3 2 0,2 2 1,1-2-1,-1 0-197,1-2 0,-2-1 0,3-1 0,3 2 0,3 0 0,4 1 0,3 1 0,1-1 0,0 0 0,-11-1 0,1 0 0,0 0 0,1 0 0,0 0 0,1 0 33,5 1 0,0 0 0,1 1 0,0-1 0,1 1 0,-1 0-33,-7-1 0,1 1 0,0 0 0,0-1 0,-2 1 0,-3 0 0,-3 1 0,15-1 0,-5 1 0,-3 1 0,0-1 0,-2 0 0,-1 0 0,-1 0 0,-3 0 509,0 0 1,-4 0 0,3 0-510,12 0 0,4 0 0,3 0 0,-9 0 0,2 0 0,2 0 0,3 0 0,-14 0 0,2-1 0,1 1 0,1 0 0,-2 0 0,-2 1 118,16 0 1,-1 2 0,-3-1 0,-2-1-119,-8 0 0,-3-1 0,0 0 0,-2 1 0,9 3 0,-1 2 0,3-1 139,-3 0 0,3-1 1,2 0-1,2 1-139,-10 0 0,1 0 0,2 1 0,-1-1 0,1 0 0,2-1 0,1 0 0,0 0 0,-3-1 0,-4 1 0,11 2 0,-6-1 0,-9-1 0,-7-3 0,-18-2 0,-27 1 0</inkml:trace>
  <inkml:trace contextRef="#ctx0" brushRef="#br0" timeOffset="24100">5259 17688 24575,'6'7'0,"2"1"0,7-2 0,-2 0 0,5 3 0,-6-3 0,5 1 0,11 3 0,26 5 0,-6-5 0,8 1 0,-1-1 0,7-1 0,5 0-1063,-11-4 0,6 0 0,2 0 0,-1-1 0,-4 0 1063,16 2 0,-5 0 0,8-1 0,-15-3 0,6 0 0,4-1 0,1 0 0,-2 0 0,-3-1-709,-3 1 0,-3-1 0,-1 0 1,2-1-1,5 1 709,-4 0 0,4 0 0,3 0 0,1 0 0,0 0 0,-2 0 0,-3 0-511,-1 0 0,-1 0 1,-2 0-1,-1 0 0,-1 0 1,-2 0 510,16 0 0,-2 0 0,-3 0 0,-4 0 0,-1 0 0,-4 0 0,0 0-299,8 0 0,1 0 0,0 0 299,-14 0 0,0 0 0,1 0 0,0 0 490,3 0 0,1 0 0,0 0 1,0 0-491,-2 0 0,1 0 0,-2 0 0,-4 0 0,-1 0 0,-4 0 0,2 0 345,10 0 1,3 0 0,-3 0-346,-11 0 0,-2 0 0,3 0 0,6 0 0,5 0 0,1 0 0,-3 0 0,5 0 0,-2 0 0,2 0 0,-7 0 0,4 0 0,-2 0 0,-5 0 0,-2 1 0,-5-1 0,-1-1 0,15-2 0,-3-1 1133,2 4 1,0-1-1134,3-2 0,2-1 149,-15 1 0,2 1 0,2 0-149,13 1 0,3 1 0,1-1 0,-14-1 0,1 0 0,1 0 0,1 1-472,9 0 0,4 1 1,-3 1-1,-5-1 472,-8 0 0,-4 0 0,0 0 0,7 0 0,1 0 0,-10 0 2044,14 0-2044,-19-2 0,-2 0 1621,8-1-1621,-8-7 1209,-34 3-1209,-4-1 4121,1 2-4121,0-6 0,3-1 0,-2 0 0,-4-1 0,-4 2 0,-4 2 0,-2-10 0,-5 2 0,-1-5 0,-4-2 0,1 12 0,2-4 0,-24-14 0,2 5 0,-3-2 0,1 1 0,-3-1 0,-19-10 0,0 3-460,22 16 0,1 3 460,-7-5 0,-1 1 0,-8-2 0,1 1 0,14 7 0,-2-1 0,-13-5 0,-8-3 0,4 2 0,-4-1 0,0 0 0,-1 3 0,-4-1 0,3 2 0,-12-1 0,5 2-1049,14 3 0,0 3 1049,-16 3 0,5 1 0,8-5-375,-12 4 0,-6 0 375,16 1 0,-2 1 0,2 1 0,-4 0 0,-3 0 0,10 1 0,-3 0 0,0 0 0,2 1-950,-9 0 0,1 1 1,-1 0 949,-3-3 0,0-1 0,6 3 0,8 1 0,0 2-265,-13-3 1,-8 1 0,1 0 264,8 1 0,1 2 0,-5-1 0,-2-2 0,-6 0 0,1 0 0,6 0-70,6 2 0,4 0 0,2-1 70,-1-2 0,2 1 0,6 0 0,14 1 0,0 2 118,-29-2 0,-6 2-118,3 1 0,0 2 0,-1-1 0,-2 1 0,20 1 0,-1 0 0,3-1 752,-3 0 0,2 0-752,-10 2 0,2 0 0,14-2 0,0 0 751,-18 2 0,-1 2-751,16-1 0,-1 0 0,-2-3 0,-4 0 0,5 1 749,7 2 1,2-1-750,-9-2 0,2-1 0,-14 3 458,-5-4-458,23 1 0,-3 1 0,-12 1 0,-1 0-336,6-2 0,-1 1 336,-11 3 0,5-1 0,-5-5-457,23 5 1,0 1 456,-30-6 0,7 8 0,-6 1 0,18-6 0,-2-1 0,-1 1 0,0 3 0,0 3 0,1-3 0,5-3 0,1-2 0,3 2 0,-10 4 0,5 0 0,14-4 0,1-1 341,-8 4 1,1-1-342,-8 1 0,-10 1 0,13-4 2114,17 0-2114,-4 2 1209,28-5-1209,-5 2 0,3-1 0,-4 2 0,3 2 0,3 0 0,0 0 0,-3 5 0,-9 8 0,-9 12 0,-8 6 0,14-8 0,2 0 0,19-19 0,-7 14 0,9-10 0,-5 9 0,6-8 0,0 0 0,0 5 0,2-4 0,2 5 0,-1-9 0,2-6 0,-1-1 0,-1-2 0,2 1 0,1 4 0,1-2 0,2 4 0,-3-4 0,-3-1 0,2-4 0,1 7 0,9 1 0,-2 4 0,7 1 0,-7-4 0,5 1 0,5 2 0,9 4 0,-1-2 0,2 0 0,-10-8 0,15 2 0,-11-1 0,15 0 0,-22-5 0,0 0 0,-8-1 0,-6-1 0,6 2 0,2-3 0,10 0 0,11 0 0,-4 0 0,2 0 0,-9 0 0,4 0 0,7 0 0,-4 0 0,3 0 0,-18 0 0,1 0 0,-8 0 0,27 0 0,-2 0 0,29 0 0,-25 0 0,5 0 0,-12 0 0,5 0 0,9 3 0,1-2 0,0 6 0,-1-6 0,18 2 0,-5 2 0,8-4 0,-11 7 0,-19-7 0,33 2 0,-37-3 0,37 0 0,-38 0 0,9 0 0,-5 0 0,-6 0 0,0 0 0,-6 0 0,10 0 0,12 5 0,12-4 0,-10 4 0,-5-5 0,-19 0 0,11 0 0,19 4 0,1-1 0,5 1 0,-2 2 0,1-1-532,6 2 0,-3 0 532,-18-3 0,-4-1 0,13 3 0,1-3 0,-11-2 0,12 6 0,-23-6 0,2 2 0,-10-3 1064,46 7-1064,-7-6 0,-6 7 0,1 1 0,-17-7 0,-2-1 0,4 4 0,-2 0 0,14-5 0,-11 0 0,-11 0 0,37 5 0,-7-4 0,-6 1 0,1 1 0,-18-3 0,0 0-322,2 0 1,0 0 321,22 0-112,-2 0 1,4 0 111,-17 0 0,2 0 0,11-1 0,7 1 0,-1 1-911,-9 0 0,-1 2 0,-2-2 911,19 0 0,-3 0 0,-1 2 0,-4-1-239,-17-2 1,1 0 238,19 0 0,6 0 0,-17 0 0,2 0 0,3 0-704,-4 0 0,5 0 0,-2 0 0,-5 0 704,14 0 0,-2 0 0,-9 0 0,2 0 0,-5 0-65,2 1 0,-2-2 65,9-2 0,1 0 0,6 2 0,-2 0 0,-16-5 0,-6-1 0,13 6 0,-25-5 0,1-1 0,22 6 2178,-1-9-2178,4 6 0,4 1 0,-23 0 0,-1 1 0,28-1 0,2-1-222,-9 0 1,-5 1 221,12 2 0,-20-3 0,1 1 3742,16 3-3742,-27-2 0,0-1 401,28-2-401,-35-3 0,-12 4 0,-15-2 1144,1 6-1144,-5-6 0,1-3 0,4-6 0,-1-12 0,5-7 0,-5 8 0,-2 0 0,-5 12 0,0-5 0,0 3 0,-3 1 0,2 6 0,-4 3 0,4 0 0,-4 0 0,1-3 0,-2 0 0,0-1 0,-3-4 0,3 7 0,-3-5 0,3 9 0,-3-5 0,2 3 0,-7-3 0,6 2 0,-6-1 0,5 1 0,-6-2 0,-3 1 0,1-2 0,2 6 0,-2-6 0,9 5 0,-14-7 0,8 4 0,-7-2 0,8 3 0,-1 3 0,7-3 0,-14 0 0,-7-2 0,-13-3 0,4 4 0,9 3 0,5-1 0,6 4 0,-6-4 0,1 4 0,-2-5 0,5 5 0,-3-2 0,-6-1 0,-12 1 0,-7-5 0,-13-4 0,13 7 0,-6-8 0,10 7 0,-19-10 0,-5-1 0,28 8 0,0 1 0,-26-8 0,12 10 0,19-2 0,-9 4 0,12-3 0,-4 3 0,-4-2 0,13 5 0,-17-3 0,0 4 0,4 1 0,-4-2 0,-1-1 0,-1-1 0,-11 2 0,-3 0 0,-8-5 0,2-1-668,18 6 0,1 0 668,-7-2 0,-2-1 0,-13 0 0,0 1-269,19 2 0,-2 0 269,-11-1 0,-7-1 0,4 1 0,1 1 0,4 2-551,6-1 1,1 0 550,2 0 0,6 0 0,16-4 0,-12 4 0,-5-1 0,8 0 0,-2-1 0,-12 2 0,-4 0 0,-11 0 0,2 0-170,24 0 0,0 0 170,-26 0 0,1 0 497,-7 0-497,9 0 0,-2 0 0,21 0 0,0 0 0,-13 0 0,3 0 0,-14 0 0,-2 0 555,27 0 1,0 0-556,-21 0 0,4 0 0,-5 0 0,15 0 0,3 0-462,3 0 1,0 0 461,-10 0 0,3 0 0,3 0 653,-11 0 1,-5 0-654,9-3 0,1-1 0,-6 4 0,0-1 0,-6-2 0,6-1 0,10 1 0,7 2 0,3 1 0,11-4 0,-19 4 0,-20 0 0,6 0 0,8 0 0,2 0 0,-1 0 990,0 0-990,18 0 333,-11 0-333,1 3 0,-2-2 0,23 1 0,1-2 0,7 0 0,0 0 0,4 0 0,-24 0 0,1 0 0,-5 0 0,-23 0 0,33 0 0,-6 0 0,-2 0 0,-1 0 0,3 0 0,-2 0 0,-14 0 0,-11 0 0,23 0 0,8 0 0,-6 0 0,10 0 0,-36 0 0,8 0 0,4 0 0,-19 0 0,33 5 0,-4-4 0,-3-1 0,7 3 0,0-1 0,-33-2 0,12 0 0,41 0 0,-2 0 0,13 0 0,-8 0 0,-22 0 0,-9 6 0,7 0 0,0 0 0,-14 3 0,3 2 0,19-6 0,12-4 0,-6 9 0,11-6 0,-8 5 0,0 1 0,2-3 0,5 0 0,7-1 0,-1-3 0,-1 6 0,1 0 0,-2 3 0,2-5 0,2 1 0,4-5 0,-1 3 0,1 3 0,1-3 0,0 6 0,3-6 0,0 3 0,0-3 0,0 0 0,3 8 0,3-1 0,1 6 0,-1-7 0,2-1 0,-4-2 0,7 3 0,-2 0 0,1 0 0,-4-2 0,-1-2 0,-2-2 0,10 11 0,0-6 0,4 8 0,-5-9 0,-3-2 0,0-2 0,0 0 0,3 0 0,0-2 0,-3 1 0,3-4 0,-6 4 0,6-4 0,-3 4 0,0-4 0,0 1 0,0 1 0,0-2 0,11 5 0,4-3 0,1 1 0,-2-1 0,-6 2 0,3-1 0,-3 2 0,0 0 0,-6-6 0,-4 6 0,4-6 0,-1 6 0,5-3 0,-3 0 0,6 3 0,-8-6 0,4 6 0,-5-6 0,18 6 0,-5-2 0,9 3 0,-16-4 0,-3 2 0,-9-4 0,0 2 0</inkml:trace>
  <inkml:trace contextRef="#ctx0" brushRef="#br0" timeOffset="42336">44094 3624 24575,'-7'20'0,"-3"44"0,4-26 0,0 12 0,-1 4 0,3-17 0,0 2 0,-4 10 0,-2 6 0,-1 1-853,1 3 0,-1 1 0,0 2 853,0 7 0,0 1 0,0-1-899,3-6 1,0-1 0,2-2 898,3-4 0,1-2 0,0-1 0,2 18 0,0 1-8,0-8 0,-1 4 0,2-2 8,2-5 0,2-1 0,0 4 0,0 3 0,1 5 0,1 0 0,-1-5-1089,2 1 0,0-3 1,2 1 1088,2 7 0,1 2 0,-1-5 0,-5-17 0,-2-3 0,1-1-55,6 20 0,-1-3 55,-6-15 0,-2 3 0,2 10 0,0 7 0,0 1 0,-2-1 0,0 0 0,0 6-518,0-9 1,0 5 0,1 3 0,-1 0 0,0-4 517,0 5 0,0-2 0,-1-1 0,0 0 0,0 2 0,0 1 0,0-2 0,-1-6-95,0-12 1,-2-4 0,1 5 94,0 9 0,1 7 0,-1 3 0,-1-3 0,0-6 0,-1-2 0,0 2 0,0 5-158,0-7 1,1 4 0,0 3-1,-1 0 1,0-3 0,0-5 157,-1 3 0,-1-6 0,0 0 0,0 1 0,0 8 0,0 2 0,0-2 0,0-7-421,-4 7 1,0-1 420,1-2 0,-2 4 0,1 1 0,-1-3 0,1 1 0,-2 3 0,1-17 0,-1 3 0,0 1 0,0-1 0,0-1 493,-1 4 1,0-2 0,1 1 0,-2 4-494,2-7 0,-1 5 0,-1 2 0,1-1 0,0-3 0,1-6 0,-2 18 0,0-8 0,1 2 0,3-10 0,-1 2 0,2-4 0,0-7 0,0-4 0,2-7 1031,4 14-1031,-4-28 0,5-13 0,0-8 0</inkml:trace>
  <inkml:trace contextRef="#ctx0" brushRef="#br0" timeOffset="44218">44489 3917 24575,'11'0'0,"45"-10"0,-20 5 0,5-2 0,29-1 0,7-1-1855,-18 2 0,1 1 0,-2 0 1855,14-2 0,0 2 0,-19 2 0,0 2 0,4-2 0,-1-1 0,2-1 0,1 1 0,0 0 0,-3 3 0,-1 2 0,1 0 0,4-1-1044,5-2 0,6 0 0,1-1 0,0 1 0,-4 1 1044,4 1 0,-3 1 0,0 1 0,-1-1 0,1 0 0,0 0 0,-1 0 0,0 0-239,-2 0 0,0 0 0,-1 0 0,0 0 239,-2 0 0,-2 0 0,1 0 0,-1 0 0,0 0 0,-1 0 0,1 0 0,1 0-320,6 0 1,2-1-1,0 1 1,1 1 319,-8 0 0,0 0 0,1 1 0,0 0 0,0-1 0,-2 1 0,0 0 0,0 0 0,0 0 0,-1 0 0,11 0 0,0 0 0,-1 1 0,-2-1-51,-7 0 1,-1 0-1,-2 0 1,-5-1 50,15 0 0,-4-2 0,-11 1 0,1 0 0,-8 0 3595,17 0-3595,-7 0 3663,-35 0-3663,-10 0 2487,-3 0-2487,3 0 3476,7 4-3476,15-1 0,10 1 0,5-1 0,-17-3 0,7 5 0,-23-1 0,23 6 0,1-1 0,-8-1 0,1-2 0,-19 2 0,6-1 0,14 7 0,-3-2 0,-4-4 0,-13-2 0,-11 24 0,0-15 0,-3 44 0,0-10 0,0 25-527,2-22 0,3 6 527,-1-7 0,1 4 0,1 1 0,1 4 0,1 1 0,0 1-1436,3 6 0,0 1 0,-1-1 1436,-2-6 0,-1-2 0,1 1 0,2 2 0,1 2 0,0-3-720,-2-7 0,-1-2 1,0 0 719,1 4 0,-1 1 0,1-2-255,2 15 0,0 0 255,-4-21 0,0 1 0,0 2 0,1 5 0,-1 2 0,1-1-410,0-8 1,0-1 0,-2 0 409,3 26 0,-3-3 0,-2-19 0,-1-5 2579,-3 18-2579,0-17 0,0 4 0,-1 10 0,2 5 0,1-6 0,0 4 0,1 4-436,-2-2 0,-1 5 0,0-1 0,1-5 436,1-5 0,1-4 0,-1 2 0,-2-5 0,0 3 0,0-1 0,0-6-420,0 9 1,0-3 419,0-6 0,0 4 0,0-1 0,0 2 0,0-1 0,0 4 0,0-1 0,0 4 0,0 1 0,0-2 0,-1 12 0,1-2 0,1 3 0,0-13 0,1 2 0,0 0 0,0-2-96,-1 10 0,-1-2 1,1-3 95,1-12 0,1-3 0,-1 0 0,-2 6 0,0-1 0,0-1 98,0 12 1,0-2-99,-1 0 0,-2 2 0,1-18 0,0 2 0,-1-3 1407,1 9 0,-1-3-1407,0 7 0,0-4 0,-2 5 1657,-1-11-1657,0-23 3125,-3 21-3125,3 1 492,0 1-492,1-5 1265,2-31-1265,3 1 0,-3-2 0,3 8 0,0 3 0,-3-2 0,2 0 0,-1-9 0,2-3 0,-3-9 0,2 0 0,-1-3 0</inkml:trace>
  <inkml:trace contextRef="#ctx0" brushRef="#br0" timeOffset="45550">44220 10507 24575,'17'0'0,"38"0"0,10 0 0,10 0-2956,-15 0 1,2 0-1,3 0 2956,-11 0 0,3 0 0,0 0 0,2 0 0,10 0 0,3 0 0,-2 0 0,-6 0 0,-12 0 0,-5 0 0,8 0-248,10 0 1,9 0 0,5 0 0,0 0 0,-5 0 247,-11 0 0,-3 0 0,0 0 0,1 0 0,4 0-359,1 0 0,3 0 1,2 0-1,1 0 1,-2 0-1,-1 0 359,4 0 0,-1 0 0,-1 0 0,-2 0 0,-1 0 0,5 0 0,-3 0 0,-1 0 0,-2 0-431,-9 0 0,-2 0 1,0 0-1,0 0 431,2 0 0,1 0 0,0 0 0,-2 0 0,15 0 0,-1 0 0,2 0 253,-15 0 0,2 0 0,0 0 0,2 0-253,11 0 0,2 0 0,0 0 0,-5 0 0,1 0 0,-3 0 0,0 0 0,9 0 0,1 0 0,-12 0 0,-22 0 0,-5 0 953,3 0 1,-4 0-954,5 0 4667,25 0-4667,-9 0 0,-11 0 0,1 0 0,23 0 1455,-24 0 0,-1 0-1455,9 0 0,-15 0 0,1 0 2535,23 0-2535,-13 3 0,2 0 0,-13-3 0,1 1 0,14 2 0,1 0-486,-14-3 0,-2 0 486,31 0 0,-18 0 0,-11 0 899,-13 0-899,-15 0 0,-1 0 0,-5 0 1020,3 0-1020,-2 0 0,-2 0 0,-4 0 0,-2 0 0</inkml:trace>
  <inkml:trace contextRef="#ctx0" brushRef="#br0" timeOffset="46720">45213 6622 24575,'-3'8'0,"0"2"0,5 23 0,2 9 0,4 28 0,-4-28 0,0 2 0,3 2 0,-1 2 0,-5 11 0,0 5-1034,4 1 0,4 6 0,-3 0 1034,-2 1 0,-1 0 0,1 2 0,2-12 0,2 3 0,0-2 0,-1-5 0,-1-5 0,-1-4 0,1 1 0,2 6 0,2 2 0,-2-4 489,3 7 0,-1-4-489,-1-10 0,0-3 0,3 21 509,-9-41-509,0-10 0,-2 3 0,4-11 0,-4 0 0,1-6 0</inkml:trace>
  <inkml:trace contextRef="#ctx0" brushRef="#br0" timeOffset="48220">45373 6627 24575,'63'-17'0,"-3"4"0,9-2 0,-13 4 0,2-1 0,3 1-1013,9 0 0,2 0 0,0 0 1013,-16 1 0,0-2 0,0 1 0,-2 2 0,10 4 0,0 2 0,0-1 0,5-5 0,2-2 0,2 3 0,-12 6 0,3 2 0,-1 0 0,-3 0-1140,3-2 1,-4-1 0,2 1 1139,-3 1 0,3 1 0,-1 1 0,-5-1 0,-1 0 0,-3 0 0,-1 0 0,2 0 0,-1 0 0,1 0 176,-2 0 0,0 0 0,2 0-176,3 0 0,2 0 0,2 0 0,13 0 0,2 0 0,3 0-828,-10 0 0,3 0 1,-1 0-1,-4 0 828,6 0 0,-5 0 0,-2 0 0,-6 0 0,-2 0 0,-12 0 940,-4 0-940,-27 0 2753,4 0-2753,-2 0 888,3 0-888,12 0 4659,4 0-4659,9 0 0,-14 0 0,2 0 0,6 0 0,-3 0 0,15 0 0,-20 0 0,-5 0 0,-7 0 0,0 3 0,-4-2 0,9 5 0,-3 0 0,0-2 0,-4 4 0,-6-4 0,-3 2 0,0 5 0,-3 2 0,2 21 0,-4-9 0,2 7 0,-3-1 0,0-11 0,-7 48 0,0-8 0,3 11 0,1 5 0,0-26 0,1-1-263,2 14 1,0-5 262,0-5 0,0 14 0,0-25 0,-1-3 0,2 3 0,2 5 0,0-2 0,-1 11 0,1-16 0,1-2 0,-4-6 0,0 38 0,0-18 0,0 2 0,0 7 0,-1 4 0,2 4-851,1-12 0,0 2 0,1-2 851,-3 16 0,1-3 0,3-14 0,-1-6 458,-3 9-458,4-30 0,-3 16 0,2 0 0,-3-16 0,0 14 2620,0-21-2620,0-5 0,3-6 0,-3 5 0,3-4 0,-3-2 0,0 7 0,0-10 0,0 2 0,0-6 0</inkml:trace>
  <inkml:trace contextRef="#ctx0" brushRef="#br0" timeOffset="49186">44815 9080 24575,'9'0'0,"46"6"0,19-4 0,-27 0 0,6 1 0,4-1-2678,16-2 0,5 0 0,-5 0 2678,-20 0 0,-3 0 0,3 0 0,3-1 0,4 1 0,-2 0 0,-7 1 12,1 2 1,-3 0-13,2-2 0,3-1 0,0 1 0,-3 1 0,0 1 0,2-1 0,11-1 0,4-2 0,3 1 0,-4 0 0,3 0 0,2 0 0,0 0 0,2 0 0,1 0 0,0 0 0,-1 0-383,-4 0 1,-1 0 0,-1 0-1,-2 0 383,10 0 0,-2 0 0,-8 0 0,-13 0 0,-1 0-280,4 0 0,6 0 1,0 0 279,1 0 0,0 0 0,5 0 0,4 0 0,5 0 0,1 0 0,-7 0 341,-4 0 1,-5 0 0,1 0-342,8 0 0,1 0 0,-10 0 0,-16 0 0,-4 0 0,10 0 0,1 0 728,-4 0 0,3 0-728,2 1 0,5 1 0,-6 0 0,-4 1 0,-1-1 1613,29 1 1,-7 1-1614,-26-1 1314,-17-3-1314,-10 0 2819,-5 0-2819,19-3 0,-9-1 0,10 1 537,-1-6-537,-15 6 0,7-3 0,-14 1 0,-3 4 0,-6-5 0,-20-11 0,11 10 0,-13-10 0</inkml:trace>
  <inkml:trace contextRef="#ctx0" brushRef="#br0" timeOffset="50483">46561 7445 9589,'-9'0'0,"0"-2"5113,0 1-5113,-6-2 2601,-4 1-2601,-19 1 1531,10-2-1531,-2 3 5741,16 3-5741,8-2 0,-3 1 0,0 4 0,-3-2 0,-6 8 0,5-2 0,-13 13 0,7-8 0,-7 10 0,-3 5 0,1-4 0,1 1 0,-8 14 0,1-1 0,-12 12 0,6 5 0,27-41 0,-7 13 0,0 0 0,3 7 0,-2 21 0,15 9 0,8-23 0,5-6 0,17-9 0,15 11 0,-7-13 0,1 1 0,24 18 0,2-9 0,-35-22 0,22 8 0,-25-13 0,26 12 0,5-9 0,-18-1 0,24-6 0,-42-5 0,25-17 0,-22 10 0,41-23 0,-27 14 0,21-9 0,-34 11 0,-5 1 0,-15 9 0,-2 1 0</inkml:trace>
  <inkml:trace contextRef="#ctx0" brushRef="#br0" timeOffset="51286">47161 7122 24575,'6'0'0,"0"0"0,0 0 0,17 0 0,3 0 0,17 0 0,9 5 0,-13-4 0,4 0 0,6 4 0,0 1 0,-4-5 0,-1-1-267,2 3 0,-3 0 267,2 2 0,-2-4 0,-2 3 0,3 1 0,3-4 0,8 8 0,-19-9 0,24 10 534,-22-4-534,14 2 0,-20-1 0,-8-6 0,-5 1 0,-2-2 0,-7 0 0,-18 3 0,2-2 0,-9 1 0,10-2 0</inkml:trace>
  <inkml:trace contextRef="#ctx0" brushRef="#br0" timeOffset="52403">47692 7241 24575,'-4'3'0,"-2"8"0,5-1 0,-18 49 0,8-19 0,0 2 0,-2 3 0,0 1-539,-1 11 1,2-5 538,2-5 0,0-5 0,0 1 0,-4 25 0,1-1 0,-1 6 0,1-12 0,0 0 0,3 5 0,1-2 0,-1-20 0,2-5 0,5 10 264,3-17-264,0-9 0,0-8 0,0 4 0,0-12 0,0 5 813,0-6-813,0 0 0,3-3 0,0 2 0,3-1 0,0-1 0,3 2 0,5 3 0,24 9 0,14-5 0,5-1 0,-17-2 0,0-2-623,24 0 1,-1-1 622,0-1 0,-18-3 0,13 3 0,-32-5 0,12 0 0,-26-3 0,0 3 1245,-6-3-1245,-3 0 0,8-3 0,-9-1 0,9-7 0,-5 7 0,0-5 0,3 6 0,-6 0 0,0 3 0,-3 0 0</inkml:trace>
  <inkml:trace contextRef="#ctx0" brushRef="#br0" timeOffset="53252">47730 8147 14852,'-6'-3'0,"0"-3"4085,3 3-4085,8-1 1682,62 2-1682,1 1 0,6 2 0,-7-1 0,-1 0-1,12 0 1,-9 0 0,-16 0 2886,-26 0-2886,-4 0 0,-10 0 0,2 0 0,-12 0 0,-14 0 1071,-1 0-1071,-5 0 0,10 0 0,5 0 0</inkml:trace>
  <inkml:trace contextRef="#ctx0" brushRef="#br0" timeOffset="55786">45732 2889 24575,'0'9'0,"0"42"0,0 13 0,-2-15 0,-1 7 0,1-1-3148,1 12 1,0 1 3147,0-6 0,-2 3 0,1-2 0,-1-11 0,0-1 0,1 0 0,1 0 0,1 0 0,-1 2 0,-1 9 0,0 2 0,-1-2 0,1-7 0,-1-2 0,1 2-336,2 9 1,0 3-1,-1-6 336,-3-3 0,1-5 768,2-9 0,2-7-768,1-14 0,-1-17 0,2-3 0,-3 0 0</inkml:trace>
  <inkml:trace contextRef="#ctx0" brushRef="#br0" timeOffset="57350">45874 3116 24575,'9'0'0,"14"0"0,42 0 0,-27-3 0,3 0-1742,22 2 0,3 0 1742,-8-2 0,1-1 0,11 1 0,2 0-83,-18 2 0,0 1 0,1-1 83,-1-1 0,0 0 0,-1 0 0,1 1 0,-1 1 0,-4 1 0,0-1 0,-3 0 0,-2 0 0,-3 0 0,16 0 0,-11 0 0,8 0 0,-4 0 0,7 0 0,4 0 0,3 0-634,-7 0 0,3 0 1,3 0-1,2 0 0,2 0 1,1 0 633,-4 0 0,3-1 0,1 1 0,2 0 0,0 0 0,0 0 0,-3 0 0,-2 1-706,6-1 0,-3 2 0,-1-1 1,0 0-1,-1 1 0,2-2 706,3 1 0,3-1 0,1 0 0,-3 0 0,-5 0 0,-6 1 0,8 1 0,-9 1 0,4-1-384,-3-1 1,3-1 0,1-1 0,-1 1 383,-3 0 0,1 0 0,-3 0 0,-5 0 181,15 0 1,-6 0-182,-2 0 0,-26 3 2718,-41 0-2718,-4 11 4986,2 1-4986,-10 17 5065,-14 30-5065,13-17 0,-2 6 0,0 1 0,-3 5 0,2-2-666,0 5 0,1-2 666,-4 8 0,3-6 0,3 1 0,-1-5 0,11-19 0,2-1 0,-4 14 0,-1-7 0,12-26 0,-3-7 1503,0-1-1503,3 0 0,-6-1 0,3 2 0,-3-1 0,0 0 0,-1-1 0,1 2 0,-2-1 0,4 0 0,-5-6 0,6 0 0,-3-1 0,-3-1 0,0 4 0,2-1 0,-5 12 0,-6 19 0,2 1 0,0 4 0,-2 4 0,0 1-935,-1 7 0,0 1 935,4-2 0,1-2 0,0-5 0,0-3 0,-5 20 0,3-10 0,12-40 0,1 3 0,3-12 0</inkml:trace>
  <inkml:trace contextRef="#ctx0" brushRef="#br0" timeOffset="58252">45956 4866 24575,'14'0'0,"42"0"0,12 0 0,-1 0-2402,-3 1 1,14-1-1,-3-1 2402,-20-1 0,-2-1 0,7 0 0,4 2 0,9 1 0,4 0 0,3 0 0,-1-1 0,-8 0 0,2 0 0,0-1 0,2 1 0,0 0 0,1 0-615,-6 0 0,2 1 0,0 0 0,1 0 0,0 0 0,-2 1 0,-2-1 615,3 0 0,0 0 0,-1 0 0,-2 0 0,-2 0 0,-2 0-231,12 0 1,-3 0 0,-3 0 0,-3 0 230,10 0 0,-3 0 0,-8 0-174,-9 0 1,-6 0 173,2 0 0,-14 0 1865,-31 0-1865,2 0 4739,-1 0-4739,28 0 5293,-21 0-5293,46 0 881,-11 0-881,-7 0 0,0 0 0,10 0 0,4 0 0,-48 0 0,5 0 0,-10 0 0,3-3 0,0 2 0,0-7 0,3 4 0,-2-5 0,-4 3 0,-4 3 0,-2 0 0</inkml:trace>
  <inkml:trace contextRef="#ctx0" brushRef="#br0" timeOffset="59334">47499 1827 24575,'2'40'0,"-1"0"0,-1-1 0,1 0 0,3 5 0,1 1 0,-4-5 0,-1 2 0,3 29 0,0 5-1181,-2-27 0,-2 1 0,1 5 1181,0 7 0,0 8 0,0 0 0,0-4 0,0 2 0,0-4 0,0 5 0,0-11 0,0 5 0,0 1 0,0-3 0,0-7 0,0 21 0,0-6 0,0-16 0,0 0 0,0-8 1107,0 6-1107,0-40 0,0 3 0,0-12 0</inkml:trace>
  <inkml:trace contextRef="#ctx0" brushRef="#br0" timeOffset="60233">48079 1968 8191,'41'10'0,"0"0"0,24 4 2184,-25-2 0,-1 2-2184,26 12 2899,-14-9-2899,0 11 1803,-31-23-1803,-5 10 6521,-1-11-6521,-14 4 793,3 3-793,-3 0 0,0 34 0,0-11 0,-3 8 0,-1 0 0,3 1 0,-6 24 0,7-15 0,-5-5 0,5 2 0,-1 0 0,-4 4 0,5-13 0,0-3 0,0-10 0,0 0 0,0-17 0,0 5 0,0 10 0,0-7 0,0 42 0,0-34 0,0 32 0,0-42 0,-3 15 0,2-4 0,-2 8 0,2 18 0,2 10 0,-1-14 0,0 3 0,0 0-1098,0-1 1,0 1-1,0 1 1098,0 9 0,0 3 0,0-9 0,0-15 0,0-2-165,0 22 1,0-5 164,0-11 0,0 15 0,2-52 0,-1 5 0,2-13 0</inkml:trace>
  <inkml:trace contextRef="#ctx0" brushRef="#br0" timeOffset="60733">47628 3882 24575,'20'0'0,"37"0"0,-21 1 0,4-2-303,10-2 1,6-2 0,-2 0 302,10 2 0,-1-1-507,-12-2 1,0-2 0,-4 2 506,-2 0 0,-5 1 0,14-6 578,-19 5-578,-20-1 0,-9 7 0,-4-3 0</inkml:trace>
  <inkml:trace contextRef="#ctx0" brushRef="#br0" timeOffset="61267">47775 2735 24575,'20'0'0,"-7"0"0,3 0 0,9 7 0,-4 3 0,13 6 0,-21-3 0,-2-4 0,-11-7 0</inkml:trace>
  <inkml:trace contextRef="#ctx0" brushRef="#br0" timeOffset="61633">47678 3173 24575,'11'9'0,"2"0"0,7-3 0,10-2 0,4-1 0,19-3 0,-18 3 0,-1-3 0,-26 3 0,-5-3 0</inkml:trace>
  <inkml:trace contextRef="#ctx0" brushRef="#br0" timeOffset="62066">47758 3456 24575,'8'17'0,"0"-3"0,4 1 0,-3-7 0,-1-4 0,-1-2 0,20 5 0,19-5 0,12 10 0,6-10 0,-21 3 0,-11-5 0,-14 0 0,2 0 0,-10 0 0,1 0 0,-8 0 0,0 0 0</inkml:trace>
  <inkml:trace contextRef="#ctx0" brushRef="#br0" timeOffset="64419">40455 3118 24575,'69'10'0,"0"1"0,-10-2 0,4 0 0,0-1 0,-1 0 0,1 0 0,3 0-2094,-2-1 1,4 2 0,0-1-1,-2-1 2094,8-1 0,-2 0 0,-2-1 0,-1 3 0,-2 0 0,-4-3 650,2-3 1,0-2-651,-8 2 0,4 0 0,-2 0 0,-3-1 0,-2-1 0,3-1 0,18 1 0,3 0 0,-9 0 0,-11 0 0,-2 0 0,-1 0 0,3 0 0,-4 0 0,-2 0 0,1 0 0,7 1 0,7-1 0,-2-1 0,-10-1 0,-1 0 0,-1-1 0,-1 3 0,0 0 0,-2-1 0,13-3 0,-4 1 0,-13 3 0,2 0 0,20 0 0,1 0 619,-17 0 0,1 0-619,-1 0 0,3 0 0,-3 0 0,-1 0 0,-2 0-395,12 0 1,-2 0 394,-16 0 0,-1 0 1942,12 0 0,3 0-1942,8-3 0,3 0 0,-13 0 0,1 1 0,2-1-428,2-2 0,0 0 0,-1 1 428,12-1 0,-4 2 71,-13-1 0,-7 1-71,-4 3 946,-10 0-946,-12 0 277,-1-2-277,1 1 2475,-5-2-2475,15 3 184,-11 0-184,7 0 0,-13 0 0,-5 0 0,-3 0 0,18 0 0,-10 0 0,18 0 0,6-3 0,-2-3 0,9 2 0,-13-5 0,-14 6 0,-12-1 0,-2 1 0,-10 3 0</inkml:trace>
  <inkml:trace contextRef="#ctx0" brushRef="#br0" timeOffset="64957">45314 2892 24575,'56'27'0,"-14"-8"0,2 0 0,-4 1 0,-1 0 0,8 2 0,-5-3 0,-13-4 0,7 7 0,-19-8 0,4 8 0,-13 4 0,-10 5 0,-6-1 0,2-2 0,-20 21 0,-1 0 0,-4-4 0,-2 1 0,-10 5 0,-9-1 0,37-42 0,-2-5 0,10-3 0,-1 0 0,1 0 0,4 0 0,0 0 0</inkml:trace>
  <inkml:trace contextRef="#ctx0" brushRef="#br0" timeOffset="66286">49670 3385 16166,'3'4'0,"6"1"3652,6-4-3652,29 3 0,14 1 0,-8-3 0,4-2 0,3 0-1010,9 1 1,3-1-1,1-1 1010,-12-2 0,2-1 0,-2-1 0,-5 0 0,14-1 0,-4-5 535,-6-5 1,0-5 0,-11-3-536,-1-30 0,-5 17 0,-10 0 0</inkml:trace>
  <inkml:trace contextRef="#ctx0" brushRef="#br0" timeOffset="66286">50799 2916 24567,'-9'-58'0,"2"10"4,-11 6 0,-3-1-4,-6-27 0,-5 11 0,-2-1 0,12 14 0,2 2 0,-9-8 0,-1-2 0,-1-10 0,1 0-982,6 12 0,1 0 982,2 6 0,-1-3 0,2 4 0,3 7 0,0 0 0,-9-23 0,0-3 0,9 13 0,-1 0 0,-6-10 0,1 2 0,11 18 0,1 5 0,-13-16 0,5 21 0,-5-15 1964,5 17-1964,5 3 0,8 19 0,0-2 0,0 3 0,-3 3 0,2-3 0,-2 3 0,3-1 0,3 2 0,0 2 0</inkml:trace>
  <inkml:trace contextRef="#ctx0" brushRef="#br0" timeOffset="66652">50002 1171 24575,'-3'2'0,"-3"19"0,2-2 0,0 7 0,1-12 0,3-5 0,0-5 0,0 1 0</inkml:trace>
  <inkml:trace contextRef="#ctx0" brushRef="#br0" timeOffset="66818">49976 1356 11945,'-7'71'0,"0"-12"0,0 4 1296,-1-6 0,0 2-1296,-3 18 0,1-9 2607,0-20-2607,3-6 0,5-31 0,2-8 0</inkml:trace>
  <inkml:trace contextRef="#ctx0" brushRef="#br0" timeOffset="67569">49981 1352 24575,'12'0'0,"23"11"0,14 4 0,4 2 0,5 1 0,-6-1 0,-1 0 0,-4-3 0,-3 0 0,7 2 0,-43-13 0,-4-3 0,-2 0 0</inkml:trace>
  <inkml:trace contextRef="#ctx0" brushRef="#br0" timeOffset="75800">40754 2563 24575,'4'34'0,"1"1"0,0 1 0,3-4 0,-4 1 0,3-2 0,4 14 0,-3-14 0,2-3 0,-6-11 0,4-5 0,0 8 0,10-2 0,8 17 0,3-6 0,-3-3 0,4 3 0,1-8 0,13 9 0,17 12 0,-23-21 0,16 13 0,-41-26 0,45 17 0,-21-7 0,23 2 0,-16 0 0,-4-9 0,-14-3 0,25 4 0,-23-8 0,27 6 0,-23-3 0,-3-1 0,2-3 0,-5 1 0,17-3 0,8 7 0,-11-7 0,3 4 0,-25-5 0,3 0 0,0 0 0,6 0 0,21 0 0,-25 0 0,27 0 0,-38 0 0,47 0 0,-28-4 0,26 0 0,-24 0 0,-4-3 0,-3 6 0,-11-2 0,34-2 0,10-6 0,-8 4 0,4 0 0,-1 1 0,-1 1-415,-9 1 1,-1 1 414,5 0 0,0 0 0,-5 2 0,0 0 0,-5-2 0,2 0 0,28 2 0,6 2 0,-20-1 0,2 0 0,2 0-1433,14 0 0,4 0 0,0 0 1433,-17 0 0,1 0 0,-1 0 0,0 0 0,12 0 0,0 0 0,-2 0-543,-5 0 0,-1 0 1,3 0 542,-2 0 0,4 0 0,1 0 0,-2 0 0,-9 0 0,-2 0 0,2 0 0,2 0 0,2 0 0,4 0 0,1 0 0,-1 0 0,-2 0-920,4 0 1,-3 0 0,0 0 0,-1 0 919,-3 0 0,0 0 0,-1 0 0,-1 0 0,-1 0 0,-1 0 0,-1 0 0,1 0-99,1 0 1,0 0 0,0 0-1,-2 0 99,11 0 0,-2 0 0,3 0 0,-7 0 0,4 0 0,-1 0 0,-5 0 0,-2 0 0,-4 0 0,-3 0 0,9-1 0,-3 2 0,-1 2 0,2 0 0,-9 0 0,3 0 0,2 0 0,15 0 0,3 0 0,4 0 0,-9 0 0,3 1 0,-1-1 0,-2 1 0,4-1 0,-3-1 0,-3 1 0,-9-1 0,-2 1 0,-2 0 0,15 0 0,-3 0 1351,-11-3 1,-1 0-1352,4 0 0,-1 0 0,-10 0 0,-5 0 0,3 0 1466,9 0-1466,-26 0 5059,10 0-5059,-1 0 1599,4 0-1599,-7 0 0,10 0 0,-25 0 0,25-3 0,12-1 0,3 1 0,4-2-172,-8-1 0,3-1 0,-1 0 172,-2 2 0,-1 0 0,-4 0 0,3-2 0,-6 0 0,14-2 0,-27 4 0,-2-2 0,-7 1 0,4-3 0,-11 5 0,5-5 516,-10 5-516,17-7 0,-8 0 0,22-5 0,7-5 0,9 5 0,-16 3 0,17-4 0,-17 10 0,11-5 0,5-1 0,-10 4 0,1 0 0,15-4 0,-4-1-1123,8 2 1123,-26 0 0,3-2 0,7 0 0,2 0 0,-1 2 0,1-1 0,3-4 0,-4 1 0,-2 4 0,-30 1 0,-11 2 0,-7 3 1123,-2 0-1123,0-3 0,0 2 0,0-1 0,-2-4 0,1 2 0,-4-5 0,1-5 0,0 9 0,-2-8 0,5 9 0,-10-30 0,3 11 0,-7-33 0,8 29 0,-10-31 0,10 35 0,-13-31 0,12 33 0,-5-12 0,6 22 0,-3 1 0,7 13 0,0 3 0</inkml:trace>
  <inkml:trace contextRef="#ctx0" brushRef="#br0" timeOffset="96452">19543 8694 24575,'-63'3'0,"15"0"0,40 3 0,5 3 0,-7 5 0,3-1 0,-8 9 0,-17 42 0,17-26 0,-1 4 0,-5 9 0,-2 7 0,2-5-1161,6-5 1,0 2 1160,-3 6 0,-3 5 0,5-9 0,0 13-194,2-5 1,0 7 193,8-19 0,1 2 0,2 1 0,0 7 0,1 1 0,0-1-680,-1-6 1,0-1 0,2 0 679,2 9 0,1 0 0,2-10 0,2 4-647,1 3 1,1 0 646,3-7 910,3 5 0,2 5-910,-3-15 0,2 1 0,12 22 0,-1-1-353,-12-26 1,-1-2 352,11 16 0,-1-5 0,-5-9 927,10 15 1,3 5-928,-7-14 0,2 0 0,-1 1 0,3 4 0,-3-5 114,-1-4 0,-1-2-114,10 21 0,-3-8 0,-10-22-249,8 17 1,1 1 248,-1-14 0,9 19 0,5 4 0,-5-20 0,4 0 0,3 3 0,4 3 0,-1-5-743,1-2 0,2-3 743,2 0 0,5 1 0,-7-7 0,-13-14 0,1-2-252,14 13 0,9 6 0,-2-5 252,-8-9 0,-1-3 0,1 1 0,9 8 0,1 1 0,0-1 0,-3-3 0,0-1 0,-3-1-169,15 4 0,-6-3 169,-20-5 0,-1-1 0,13-2 0,2-2 0,-6-3 0,2-1 0,-3-1 0,3 0 0,5 1 0,4 2 0,4 2 0,3 1 0,-2-1-909,2-1 0,0 0 0,0 0 1,1 0 908,-1 2 0,1 0 0,-1 0 0,0-1 0,-1-1 0,-1 0 0,0-2 0,0-1-69,0-2 1,-1-2 0,0 0 0,4-1 68,-6 1 0,3 1 0,1-1 0,1-1 0,1-1 0,-6-2 0,3-2 0,0 0 0,0 0 0,-1-1 0,-2 1-501,4 0 1,-1 1 0,-1-1 0,-1-1 0,-1 0 500,13-4 0,0-2 0,-4 0 0,-7 0 0,-10 1 0,-7 0 0,2-1-244,12-2 0,1-1 0,-3 0 244,-12 1 0,-2 1 0,4-4 311,10-4 0,5-4 1,4-1-1,-2-1-311,-10 3 0,1-1 0,1-1 0,-2 0 0,-2-1-429,7-5 1,-2 0-1,-1-2 1,-1 1 428,-2 0 0,0 0 0,-3 0 0,-8 2 0,2-7 0,-8 1 1340,-8 6 1,-3-1-1341,-1-2 0,-4-2 2013,11-31-2013,-9 7 0,-1-2 0,-9 17 0,0-1 397,9-15 0,0 0-397,-8 14 0,0 1 0,7-4 0,1 1 0,-8 11 0,0-3 0,7-14 0,3-9 0,-2 0 0,-6 8 0,-2 0 0,1-5 0,1-3 0,0-7 0,1 0 0,-3 7 1245,-1 5 0,-2 5 0,-2-1-1245,-4-5 0,-2 0 0,-2 7 0,-1 13 0,-3 0-353,1-17 0,-1-9 1,-4 1 352,-4 3 0,-3-1 0,0 0 0,1-9 0,1-1 0,-5 4 0,-4 9 0,-4 4 0,0 4 0,-1-4 0,-2 7 0,-3 8 0,-1 3 0,4-1 0,-1 1 0,-5 0 0,-4 1-179,-13-13 0,-2 1 179,6 10 0,-3 0 0,2 2 0,-2-1 0,3 3 135,3 3 0,1 2-135,-13-8 0,0 2 0,17 10 0,-1 2 874,-8 0 1,-6 0-875,2-2 0,-4-3 0,-2 1 0,-5-1 0,-2 1 0,-1 0 63,-2 0 0,-1 0 1,0 0-64,1 0 0,1 0 0,0 3 0,5 7 0,2 3 0,-2-1-510,-9-6 0,-1-2 1,-4 3 509,8 4 0,-4 2 0,0 1 0,1-2 0,7 0 0,1-1 0,0 0 0,-1 2 0,0 2 0,-2 2 0,2 0 0,3 1-399,0-2 0,3 1 0,1 3 399,2 2 0,1 3 0,-2 0 0,-12-3 0,-4-1 0,2 3-349,5 1 1,1 2-1,-4 0 349,-5-2 0,-6 0 0,0 0 0,7 1 0,4 1 0,5 0 0,-1 0-384,-13 0 0,-1 0 1,7 0 383,3 0 0,4 0 0,-2 0 0,1 0 449,19 0 0,-3 0-449,-17 0 0,-10-1 0,0 2 0,2 1 0,-2 0 0,-5 1-560,15 0 0,-4 0 1,-3 0-1,1 1 1,2 0 559,-9 1 0,1 1 0,1 1 0,4 1 0,10 0 0,3 1 0,1 0 0,1 3 114,-14 6 0,3 2 0,1 1-114,6-1 0,2 0 0,0 2 0,-5 5 0,-1 3 0,5-4 0,-5-4 0,6 0 0,8 5 0,6-1 1631,-2-2-1631,-8 14 0,-9-6 288,20 0 0,-1 2-288,3-9 0,1 0 0,-5 13 0,1 0 0,9-12 0,2-2 0,-11 17 6288,-6 4-6288,20-17 1434,-1 12-1434,14-21 64,4 6-64,1-4 0,3-6 0,-9 26 0,8-26 0,-14 35 0,9-11 0,-6-2 0,6 0 0,2-15 0,1-1 0,-2 8 0,-6 4 0,7-6 0,-2-9 0,10-5 0,-3-9 0,6 5 0,-3-6 0,3 0 0</inkml:trace>
  <inkml:trace contextRef="#ctx0" brushRef="#br0" timeOffset="103002">26393 9019 24575,'0'-12'0,"0"-3"0,5-15 0,-4-14 0,4 8 0,-5-14 0,0 32 0,4-26 0,-2 24 0,2-13 0,-4 19 0,0 5 0,0 0 0,4-5 0,-3-5 0,5-4 0,-5-5 0,11-16 0,-5-9 0,2 6 0,-1 5 0,-7 19 0,2-6 0,2-14 0,7-28 0,1 2 0,2 5 0,-3-4 0,2 20 0,3-6-368,-5 7 0,0-3 0,2-2 368,4-10 0,2-2 0,-1 2 0,-2 7 0,-2 2 0,1 1 0,6-20 0,-2 4 0,-4 19 0,0 2 0,-3 1 0,2 1 0,2 3 0,0 1 0,-3-1 0,1 1-90,6-5 0,1-1 90,2-14 0,0-1 0,0 11 0,0 0-640,1-10 1,-2 2 639,-6 17 0,-1 1 0,2-1 0,-2 1 0,4-15 0,5 11 0,3 0 0,10-19 0,-6 18 0,1 0 188,-8 6 1,-1 3-189,7-6 0,9-9 0,-15 13-35,9 0 1,6-5 34,-3-3 0,1 0 0,4 0 0,2 0 0,-8 10 0,1 0 0,-3 4 6,2 0 0,0 1-6,11-11 0,-1 0 0,-10 10 0,0 1 0,4-4 0,2 0 0,0-1 0,1 2 0,-2 3 0,0 0 0,4-3 0,-1 0 0,-6 1 0,-2 2 0,-3 7 0,0 0-164,4-6 1,3 0 163,15-3 0,6-1 0,-14 5 0,2-1 0,3-2-203,11-4 1,3-1 0,-1 1 202,-6 3 0,0 1 0,-2 2-617,-7 5 1,-1 2 0,-1 1 616,20-7 0,-3 2 0,-9 5 0,3 1-40,0 0 0,5-2 1,0 2 39,-4 2 0,1 2 0,3-2 0,-5 1 0,4-2 0,-1 1 0,-3 1-901,3-1 0,-3 2 0,1 0 901,-1 1 0,1 0 0,-2 1 0,14-4 0,-1 1 33,-21 10 0,2 2 0,1-2-33,8-3 0,3-1 0,2 2 0,-8 3 0,3 1 0,1 1 0,0 0-123,7-2 1,1 0 0,1 0-1,2 1 123,-5 0 0,3 0 0,1 0 0,-2 1 0,-6 1-486,11 1 0,-7 1 1,3-1 485,-7 1 0,3-1 0,-3 0 0,-7 0 0,4 0 0,-1 1 234,-4 2 1,6 1-1,2 0 1,0-1-235,-3-2 0,-1-1 0,2 0 0,0 1 0,8 1 0,2 0 0,-1 1 0,-4-1 0,6-1 0,-4 0 0,-3 1 0,12-1 0,-7 1 0,-25 2 0,0 0 326,13 0 1,1 0-327,-10 0 0,3 0 0,6 0 0,6 0 0,-4 0 40,3-4 0,-1 1-40,-7 2 0,3 1 0,-5-1 0,5-2 0,-3-1 807,5 0 1,-1 1-808,-12 3 0,0-1 874,6-3 0,3 1-874,3 3 0,2 0 0,12-3 0,0 0-525,-7 2 1,-3 0 524,-11-2 0,-4 0 0,-7 3 0,2 0 0,22-3 0,8-1 0,-8 3 0,5 1 0,4-1 0,-6-1 0,4 0 0,1 0 0,-1 1-356,-4 0 1,-1 1 0,0 1 0,-2-1 355,-8 0 0,-1 0 0,-1 0 0,-2 0 0,9-2 0,-3-1 0,-2 1 63,13 1 1,1 0-64,-3-1 0,5-1 0,-1 1 0,-5 1 0,-1 2 0,6-1-791,-15 0 1,5 0-1,2 0 1,-2 0-1,-3 0 791,15 0 0,-4 0 0,2 0 0,-14 0 0,1 0 0,0 0 0,-3 0 31,2 0 0,-3 0 0,1 0-31,7-2 0,0 0 0,2 0 0,-9 2 0,1 0 0,2 0 0,-1-1-9,6-2 1,1 0 0,0-1-1,-3 1 9,13 2 0,-2 2 0,-1-3 0,0-2 0,-2-2 0,-7 2-2,-9 3 1,-3 0 1,15-6 0,1 0 0,-15 6 0,1 0 748,-5-1 1,3-1 0,0 1-749,18 2 0,5 0 0,-16-1 0,6-1 0,1 0 0,-4 0 0,2-1 0,-4 0 0,2-1-583,11 1 1,3 0 0,-4 0 582,-12 0 0,-3 1 0,-2 0 0,10 2 0,0 0 616,-10-2 0,2-1 1,4 0-617,-5 1 0,4 0 0,1 0 0,-2-1 0,-2 1 0,-1 0 0,1 0 0,1-1 0,8 0 0,3-1 0,-1 0 0,-5 1 0,0 0 0,-3 1 0,-4-1 0,12-1 0,-8 0 726,12-8-726,-18 10 2018,12-3-2018,-25 2 0,2 0 0,4 3 0,0-1 0,-2-2 0,-3 0 0,20 3 3718,-38-2-3718,0 1 1836,-2-5-1836,7 2 256,18-10-256,-8 2 0,31-6 0,-37 9 0,3 2 0,3 1 0,5-2 0,0-1 0,2 2 0,2-1 0,22-7 0,-1 0 0,-27 10 0,-4 0 0,-1-5 0,-1-1 0,23-1 0,-11 0 0,4-1 0,-2-4 0,4 0-729,2 3 1,4 0-1,-6 0 729,-5 0 0,-4 2 0,-2 0 0,-2 1 0,16-7 0,-22 0 0,1-3 0,4 1 0,3-1 0,12-14 0,-4 0 0,7-8 0,-10 6 0,-18 8 0,-21 12 0,9-5 2186,-8 2-2186,-4 1 0,3 1 0,-2-6 0,-4 11 0,1-3 0,-4 9 0,0-5 0,2 0 0,-1-1 0,2 1 0,-3 3 0,0 3 0,0 0 0,0 0 0,-3 0 0,2 0 0,9-3 0,0 5 0,7-2 0,1 6 0,19 9 0,8-3 0,5 2 0,-9 1 0,-1 1 0,7-3 0,-3 0 0,8 6 0,-35-9 0,8 1 0,-6 2 0,-7-4 0,15 4 0,-11-1 0,3 0 0,-6 0 0,-4 0 0,9 4 0,-3 0 0,7 0 0,-1 2 0,-7-5 0,-8-10 0,-3 4 0,-7-9 0</inkml:trace>
  <inkml:trace contextRef="#ctx0" brushRef="#br0" timeOffset="103699">45111 2372 24575,'35'33'0,"18"5"0,7 5 0,-9 3 0,4 4-1806,-8-12 0,5 2 0,1 1 0,-5-2 1806,-5-2 0,-4-1 0,0-1 0,5 0 0,1 0 0,-7-5 2069,13 12-2069,-16-21 1152,-66-15-1152,-5-4 0,-7-2 0,-11-2 0,-4-1 0,4 0 0,-2 0 0,5 0-764,4 0-1,0-1 765,-2-1 0,-6 0 0,0 0 0,-3 2 0,-1 0 0,0 0 960,2-2 0,0-1 1,-1 1-961,-13 1 0,-2 2 0,11-1 0,21-1 0,6 1 0,-25 3 0,51 0 0,6-2 0,0 1 0,3-2 0</inkml:trace>
  <inkml:trace contextRef="#ctx0" brushRef="#br0" timeOffset="106233">46256 3111 24575,'2'9'0,"2"6"0,-1 40 0,4-3 0,-5 15 0,5-29 0,-6-21 0,1-8 0,1-6 0,7 15 0,14 23 0,-1 0 0,7 15 0,-8-26 0,-8-6 0,0-9 0,-8-7 0,0-4 0,0-2 0,0 1 0,0-2 0,0 4 0,0-4 0,-2 4 0,1-4 0,-4 1 0,1-2 0</inkml:trace>
  <inkml:trace contextRef="#ctx0" brushRef="#br0" timeOffset="108452">46328 4155 24575,'6'59'0,"-5"15"0,2-20 0,0 3 0,-3 1 0,0 2 0,3 12 0,0-1 0,-3-14 0,1-4 0,2-11 0,0-4 0,-3 6 0,0-37 0,0-1 0</inkml:trace>
  <inkml:trace contextRef="#ctx0" brushRef="#br0" timeOffset="108900">46073 4463 24575,'22'45'0,"-3"-6"0,12 25 0,-2-21 0,-7-1 0,4-7 0,-6-4 0,-4-13 0,-4-8 0,-3-9 0,-3 2 0,5-3 0,23-34 0,-6 10 0,-1-15 0,-1-5 0,0-2 0,-4-5 0,-12 32 0</inkml:trace>
  <inkml:trace contextRef="#ctx0" brushRef="#br0" timeOffset="125766">27310 12655 24575,'4'6'0,"1"0"0,-4 0 0,1 2 0,2 7 0,-3 5 0,-3 23 0,-15 25 0,2-32 0,-2 1 0,-1 2 0,-3 0 0,-8-1 0,-1-1 0,5-4 0,1-2 0,-23 23 0,15-17 0,18-27 0,5-8 0,-10 7 0,-12 1 0,-38 12 0,4 0 0,1 0 0,5-4 0,37-7 0,-27 5 0,28-3 0,-9 7 0,12-5 0,8-3 0,2-6 0,5-3 0,-1-3 0,2 0 0</inkml:trace>
  <inkml:trace contextRef="#ctx0" brushRef="#br0" timeOffset="126533">26496 13197 24575,'-3'8'0,"2"-1"0,-4 4 0,4 4 0,-14 17 0,-1 14 0,-4 5 0,2-7 0,12-17 0,-7 4 0,8-11 0,-11 21 0,12-16 0,-1 5 0,5-15 0,5-4 0,-1-8 0,5 0 0,10 0 0,12 7 0,15 7 0,-3-3 0,1 1 0,13 11 0,-13-11 0,7 0 0,-2-1 0,4 3 0,-1 0 0,13 0 0,-2 0 0,-19-5 0,-8-3 0,-4-3 0,-24-4 0</inkml:trace>
  <inkml:trace contextRef="#ctx0" brushRef="#br0" timeOffset="136266">45001 2171 24575,'32'23'0,"9"4"0,5 4 0,3-1 0,1 0-1863,0 3 1,0-1 1862,4-3 0,4-2 0,-10-8 0,2-1 0,4 1 0,-2 0 0,3 0 0,2-1 0,2 0 0,8 0 0,2 0 0,3-2 0,0-2-913,-10-2 0,1-1 0,1-2 0,-1 0 1,-4-2 912,0-1 0,-3-2 0,0 0 0,1-1 0,6 0 0,2-1 0,0 0 0,-4-1 0,4-3 0,-3 0 0,6-2 0,-6 0 0,5-1 0,3 0 0,-1-1 0,-4 1-728,2-2 1,-3 0 0,0 0-1,4-1 728,-2 0 0,3 0 0,2-1 0,2 0 0,1 0 0,-11 1 0,2 0 0,3 0 0,-1-1 0,0 1 0,-4 0 0,-3 1-609,16-2 0,-6 1 0,-1 1 0,4-2 609,-10 2 0,5-1 0,1-1 0,-2 1 0,-6 1 0,-9 2 0,11 0 0,-12 0 723,16-5-723,-49 6 2532,13-7-2532,-51-41 0,-10 3 0,-6-5 0,-3 0 0,-3-1 552,5 6 1,-1-1-1,0 3-552,-12-6 0,-1 3 0,8 11 0,-2 1 0,-2 0 1112,-2 1 1,-3 0 0,-1 3-1113,-2 4 0,-1 3 0,2 2 0,-14-3 0,6 6 0,22 11 0,3 4 0,-11 7 0,18 0 0,-13 10 0,-22 24 0,6 12 0,11-4 0,9 6 4297,33-30-4297,-9 23 1088,10-16-1088,1 7 0,4-16 0,2 1 0,12-4 0,11 5 0,20 13 0,15-3 0,-3 7 0,-10-18 0,-23-2 0,-13-14 0,-11 1 0,3-2 0</inkml:trace>
  <inkml:trace contextRef="#ctx0" brushRef="#br0" timeOffset="138333">45867 4837 24575,'0'34'0,"6"19"0,1 0 0,2 8-1300,-2-11 0,1 2 0,0-2 1300,3 8 0,0-2 0,-1 11 0,1 0 0,2-7 0,-1 0 604,-3-7 1,-1 0-605,4 6 0,0-6 0,-6-4 0,-3-41 0</inkml:trace>
  <inkml:trace contextRef="#ctx0" brushRef="#br0" timeOffset="138685">45533 5048 24575,'23'29'0,"6"3"0,3 5 0,-1 5 0,1 3 0,0-5 0,3 3 0,-3-2-946,0 3 0,-3-3 946,-4-8 0,-4-4 611,0-4-611,1-12 312,-12-5-312,30 9 0,1-13 0,18 3 0,-15-16 0,-2-1 0,-1 5 0,5-15 0</inkml:trace>
  <inkml:trace contextRef="#ctx0" brushRef="#br0" timeOffset="144516">20116 13106 24575,'0'28'0,"7"18"0,-3-2 0,0 9-1319,1 10 1,0 9 0,0 0 1318,0-1 0,1 1 0,0 6-1229,-1-11 0,2 5 0,0 3 0,-1-2 1,0-4 1228,0-1 0,-1-4 0,-1 0 0,2 1 0,2 9 0,0 2 0,1 0 0,-2-5-204,-1 6 0,-1-3 0,1-1 204,0-15 0,1 0 0,0 1 0,-2 0 0,-1 1 0,-2 0 0,1 1 0,0 2 0,1-4 0,1 1 0,0 2 0,-1 2 0,0 1 0,-2 0 0,-1 3 0,-1 0 0,0 2 0,-1 2 0,0-1 0,1-3 0,-1 2 0,-1 0 0,1 1 0,-1 0 0,1-1 0,-1-1-469,0 5 0,1 0 1,-1 0-1,0-2 1,0-1-1,-1-2 469,0 2 0,0-2 0,-1-1 0,0-2 0,0-3 0,0 2 0,1-4 0,-1 0 0,0 1 0,-1 6 0,1 0 0,0 2 0,-1-2-191,1 1 0,-1-1 0,0 0 0,0-2 191,-1 13 0,0-2 0,1-11 1534,0-9 0,2-27-1534,3-76 0,0 16 0,0-17 0</inkml:trace>
  <inkml:trace contextRef="#ctx0" brushRef="#br0" timeOffset="146186">20300 12916 24575,'6'3'0,"2"-2"0,27 3 0,8 1 0,19 2 0,10-3 0,3 0-1099,-28-1 0,-3 0 1099,9-3 0,4 0-999,-1 0 1,5 0 0,-6 0 998,-4 0 0,4 0 0,3 0 0,12 0 0,7 0 0,3 0 0,-3 0 0,-14 0 0,-1 0 0,1 0 0,1 0 0,4 0 0,3 0-563,-5 0 0,4 0 1,3 0-1,2 0 1,2 0-1,0 0 0,-1 0 1,-1 0-1,-2 0 563,1 0 0,0-1 0,-1 1 0,-1 0 0,0 0 0,1 0 0,1 0 0,0 1-377,-2-1 1,2 1 0,1 0 0,1 0 0,-1 0-1,-1 1 1,-2-1 0,-4 0 0,-3-1 376,14 1 0,-7-1 0,-3 0 0,2 1 0,5 0-233,-14 0 1,2 1 0,3 0-1,1 0 1,0 1 0,0 0 0,-1-1-1,-3 1 233,2-1 0,-3 1 0,-2-1 0,1 1 0,2 0 0,4 1 0,4 1-74,-9-1 1,3 0-1,3 1 1,2 1-1,3 0 1,1 0-1,0 0 1,2 0 0,0 1-1,-1 0 1,0 0-1,-1 0 74,-4-1 0,1 1 0,-1 1 0,1-1 0,0 0 0,1 1 0,-1 0 0,1-1 0,-1 1 0,1 0 0,0 0 0,0 0 0,-1 1 0,-2-2 0,-1 1 0,1 0 0,1 0 0,0 1 0,-1-1 0,1 0 0,-1 0 0,0 1 0,0-1 0,-2 0 0,0 0 0,0 0 0,-2 0 0,8 1 0,0-1 0,0 1 0,0 0 0,-2-1 0,0 1 0,-2-1 0,-1 0 0,-1 0 0,-2 0 0,-2 0 0,14 1 0,-2 0 0,-2 1 0,-2-1 0,-2-1 0,-2 0 0,-1-1 0,8 0 0,-3-1 0,-2-1 0,-1 0 0,2 0 167,1 1 1,0-1 0,0 1 0,0-1 0,0-1-168,-2 0 0,-1 0 0,1 0 0,-1-1 0,1 0 0,3-1 0,1 0 0,0 0 0,-2 0 0,-4-1 0,-2 2 0,-2-1 0,-4 0 0,-2-1 0,4-1 0,-3 0 0,-6 0 1210,-9 0 1,-3 0-1211,9 0 0,4 0 0,-4 0 0,4 0 0,0 0 694,0 0 1,0 0 0,0 0-695,18 0 0,-2 0 0,-13-1 0,-3 2 2121,-11 2 0,-1 0-2121,0-2 0,-1 0 0,22 5 3298,-15-6-3298,-22 0 56,-13 2-56,-13-1 2813,-4 4-2813,-1-1 631,4 2-631,-6 35 0,2 14 0,1 12 0,2 1 0,0 8 0,0 0-1118,0-19 0,0 0 0,0 0 0,1 2 1118,0 6 0,1 2 0,0-2 0,1-6 0,-1 12 0,0-3 0,-1-10 0,1 3 0,1 2 0,3 5 0,2 3 0,0 3 0,-2-8 0,1 3 0,0 3 0,0 4-531,0-10 0,1 3 0,0 2 0,0 1 0,1 0 0,-1-4 531,1 5 0,0-3 0,0 0 0,0 1 0,0 2 0,-1-2 0,0 5 0,0 0 0,-1-1 0,1-3 0,-1-7 0,0-2 0,0-4 0,-1-4 0,1 2 0,1 4 0,0 1 0,-1-4 0,-1-8 0,-4-3 0,1-7 0,5 25 0,-6-28 0,0-19 3581,0-6-3581,-3 0 4077,2 0-4077,-2 11 0,3-6 0,0 22 0,0-14 0,0 2 0,0-13 0,-2-11 0,1 0 0,-2-3 0</inkml:trace>
  <inkml:trace contextRef="#ctx0" brushRef="#br0" timeOffset="147185">20135 17944 24575,'14'-6'0,"-3"2"0,11-6 0,13-2 0,2 0 0,0-1 0,9 0 0,11-2-2782,2 3 0,7 1 0,9-1 2782,-13 1 0,5-1 0,5 0 0,3-1 0,4 1 0,0 1-369,-18 3 1,2 0-1,2 1 1,1 0-1,2 0 1,0 0-1,2 0 1,0 0-1,0-1 1,1 1 368,0-1 0,1 0 0,1 0 0,1 0 0,0-1 0,1 1 0,0 0 0,0 0 0,1 1 0,0-1 0,0 2-117,-5 0 0,2 0 1,0 1-1,0 0 1,0 0-1,0 1 1,1-1-1,-1 1 1,1 0-1,0 0 0,-1 0 1,1 0 116,-1 0 0,-1 0 0,0 1 0,0-1 0,0 1 0,0 0 0,1 0 0,0 0 0,2 0 0,1 0 0,1-1 0,3 1-138,-12 0 1,3 0-1,0 0 1,2 0 0,1 0-1,1 0 1,1 0 0,0 0-1,1 0 1,0 0 0,-1 0-1,1 0 1,-2 1 0,1-1-1,-2 0 1,-1 1 0,0 0 137,1-1 0,0 1 0,-2 0 0,0 1 0,-1-1 0,0 0 0,0 1 0,0-1 0,0 1 0,0-1 0,1 1 0,1-1 0,1 1 0,1-1 0,2 0-33,-7 1 0,2-1 1,1 0-1,1 0 1,1 0-1,0 0 1,2 0-1,-1 0 1,1 1-1,0-1 1,0 0-1,-1 0 0,0 0 1,-1 0-1,0 0 1,-2 1-1,-1-1 1,-1 0-1,-2 1 33,9-1 0,-1 1 0,-1-1 0,-1 1 0,0-1 0,-2 1 0,0-1 0,-1 1 0,0 0 0,-2 0 0,0-1 0,0 1 0,-1 0 0,-1 0 0,9 0 0,0 0 0,-2 0 0,0 0 0,-1 0 0,0 0 0,-2 0 0,-2 0 0,0 0 0,-2-1 0,-2 1 0,8-1 0,-2 0 0,-1 0 0,-2 0 0,-2-1 0,-2 1 0,-1 1 0,-3-1 184,13 1 1,-5 1 0,-3 1 0,1-2 0,2 0-185,-5 0 0,1-2 0,1 1 0,0-1 0,0 0 0,-2 0 0,10 0 0,-3 0 0,1 0 0,1 0 0,4-1 3,-8 1 0,4-1 1,3 1-1,-1-1 0,-1 0 1,-5 0-1,-7-1-3,4 0 0,-7-1 0,-3-1 0,2 1 0,4-1 0,3-1 0,-5 1 0,-9 0 1213,-6-1 0,-7 1-1213,25-7 0,-20 8 3699,-6 4-3699,16 1 0,18-2 691,-29 3 1,2 0-692,8 0 0,-3 0 0,9 0 0,-12-3 0,3 0 3066,-6 2 0,0 0-3066,-5-4 0,-1 0 180,34 4-180,-58-5 0,-10 5 0,-3-1 0</inkml:trace>
  <inkml:trace contextRef="#ctx0" brushRef="#br0" timeOffset="149000">21870 14513 24575,'0'37'0,"0"21"0,0 14 0,0-8 0,0 4 0,0-1 0,0-12 0,0-2 0,0 2 0,0 17 0,0 4 0,0-23 0,0-27 0,0 37 0</inkml:trace>
  <inkml:trace contextRef="#ctx0" brushRef="#br0" timeOffset="149633">21253 15563 24575,'33'18'0,"-5"-2"0,-20-10 0,2-3 0,19 16 0,3 10 0,-1 6 0,-1 3 0,9 19-1024,-3-2 0,0 1 1024,-1 6 0,-12-25 0,0 0 0,5 12 0,-10-23 0,10 10 0,-13-19 0,5-2 0,-14-12 2048,0-6-2048,5-8 0,7-21 0,4-9 0,6-8 0,3-6 0,0-3 0,2-6 0,-2 5 0,-3 8 0,-2 3 0,-2 1 0,-1 0 0</inkml:trace>
  <inkml:trace contextRef="#ctx0" brushRef="#br0" timeOffset="150516">21932 14314 24575,'-6'0'0,"-1"0"0,1 0 0,0 0 0,0 0 0,-3 3 0,0-3 0,-18 10 0,-31 12 0,6 0 0,-10 4 0,35-10 0,10-8 0,7 0 0,-1 4 0,4 0 0,-6 19 0,6-7 0,-3 4 0,4-13 0,2-6 0,-1-3 0,1 5 0,1-1 0,0 0 0,3-5 0</inkml:trace>
  <inkml:trace contextRef="#ctx0" brushRef="#br0" timeOffset="150933">21808 14251 18251,'8'0'0,"2"0"2871,15 5-2871,-4 3 1081,20 8-1081,2 10 0,20 6-579,-9-6 1,13 6 0,4-1 578,-6-5 0,4-1 0,1 1 0,1 1-508,-10-2 0,1 0 0,1 1 0,-2-1 0,-2-2 508,3 0 0,-1-2 0,-4-1 0,-7-2 0,16 5 0,-27-7 0,-39-13 0,2-3 0,-8 0 0</inkml:trace>
  <inkml:trace contextRef="#ctx0" brushRef="#br0" timeOffset="152866">39681 8482 24575,'0'31'0,"-6"36"0,2-18 0,-1 4-2597,-2 18 1,-2 3 2596,4-22 0,0 1 0,-1 6 0,-1 7 0,-2 7 0,1 3 0,0 1 0,2-7 0,0 0 0,0 3 0,0 2 0,0 4-595,2-15 0,-1 2 1,0 3-1,0 1 1,1 2-1,-1-1 1,1 0-1,0-1 595,1-1 0,0 0 0,1 1 0,-1-1 0,1 0 0,0 0 0,0 0 0,1 0-277,-1-1 0,0-1 0,1 1 1,-1 0-1,1-1 0,0 0 1,1-1-1,0 0 277,0 5 0,1 0 0,0-1 0,1 0 0,0-1 0,-1 0 0,0-2-399,-1 5 1,1-2 0,-1-1 0,0 0-1,0 3 1,1 5 398,0-10 0,1 3 0,0 2 0,0 3 0,0 0 0,0 0 0,1 0 0,-2-2 0,0-2-168,0 1 1,0-2 0,-1-1-1,0-1 1,0 0 0,0 2-1,0 1 1,1 3 167,-1-8 0,0 2 0,0 3 0,0 0 0,0 2 0,0-1 0,0 0 0,0-1 0,0-3 0,0-2 0,0-3-32,0 9 0,0-4 0,0-2 1,0-1-1,0-2 0,-1 0 1,0 1 31,-1 9 0,-1 1 0,0 0 0,0-2 0,0-5 0,1-7 475,1 7 0,1-9 0,-1 5-475,-2 8 0,-1 6 0,0-1 0,0-10 1089,0 5 0,0-4-1089,1 3 0,1 4 0,-2-14 0,-5-2 0,9-50 0,-3-8 0</inkml:trace>
  <inkml:trace contextRef="#ctx0" brushRef="#br0" timeOffset="154369">39859 8410 24575,'73'0'0,"-30"0"0,-2 0 0,27 0-1642,-17 0 0,3 0 1642,-7 0 0,3 0 0,-2 0 0,5 0 0,-2 0 0,13 1 0,2-2 0,-6-4 0,4-2 0,-3 0 139,6 3 1,-1-1-140,-10-5 0,3-3 0,-1 3 0,-5 7 0,0 1 0,-5 0 0,5-7 0,-3 1 0,1 7 0,-5 1 0,-3-5 653,14 5-653,3 0 0,8 0 0,-14 0 0,3 0 0,0 0-572,5 0 1,0 0-1,-3 0 572,16 0 0,-8 0 0,-22 0 0,-2 0 646,6 0 0,2 0-646,7 0 0,4 0 0,-8 0 0,4 0 0,-5 0 0,1 0 0,-5 0 0,-5 0 0,-9 0 569,-21 0-569,-2 3 54,3-3-54,0 3 1915,34 9-1915,-5 1 237,8 2-237,-18-3 0,-25-9 0,-4 0 0,-2 11 0,3-1 0,-2 57 0,-2-26-902,-1 20 1,-2 5 901,-5 5 0,5-17 0,1 5 0,-2-13 0,-1 2 0,1 3-816,2 1 1,0 2-1,0 3 1,0 5 815,1-8 0,0 4 0,0 3 0,1 1 0,-1 0 0,1 1-714,0 2 1,1 1 0,-1 1 0,1 1 0,0 3 0,1 2 713,0-13 0,0 4 0,1 1 0,0 2 0,1 1 0,-1-1 0,1-1 0,-1-2 0,-1-2-527,1 3 0,-1-3 0,0-1 0,0-1 0,1 0 0,-1 1 0,1 3 527,1-1 0,0 2 0,1 1 0,0 1 0,0-1 0,-1-1 0,1-2 0,-2-3-155,1 14 1,0-3 0,-1-3-1,0 0 1,1 2 154,1-9 0,0 0 0,1 1 0,-1 0 0,1 1 0,-2 1 0,1 5 0,0 1 0,-1 1 0,0 1 0,0 0 0,0 1-181,-1-7 0,1 1 0,-1 0 0,0 1 0,0-1 1,-1-1-1,0-2 181,0 3 0,0 0 0,-1-2 0,-1-1 0,1-2 0,-1-2 0,1 16 0,-1-2 0,0-4 0,-1-5 534,-1-5 1,0-4-1,0 0-534,0 8 0,0 0 0,0 0 0,0-4 0,0 0 0,0 3 0,-1-9 0,-1 2 0,0 0 0,0-4 0,0 2 0,-2-4 0,1 0 649,1 1 1,-1 1 0,0-1-650,-2-2 0,0 0 0,1 0 0,3 5 0,1 1 0,-1 0 0,-3-4 0,-1-1 0,-1 4 0,2-1 0,0 5 0,0 0 0,0-3 555,-2 8 1,0-3 0,1 0-556,-1-3 0,0 1 0,2-8 0,0-4 0,1-14 0,3-27 0</inkml:trace>
  <inkml:trace contextRef="#ctx0" brushRef="#br0" timeOffset="155133">40284 16555 24575,'61'-3'0,"-1"0"0,-11-3 0,4 1 0,7 4 0,6 1 0,1-1-3277,-2-3 0,0-2 0,4 2 2904,-6 2 1,3 2-1,1 1 1,4-2 372,-1-2 0,4 0 0,2 0 0,-2-1 0,-1 1 220,-10 1 0,-1 1 0,-1-1 1,-1 1-1,0-1-220,8-1 0,1 0 0,-4-1 0,-7 1 0,19 0 0,-19-1 0,-31-2 1935,-20 5-1935,1-2 0,-4 3 0,-2 0 0</inkml:trace>
  <inkml:trace contextRef="#ctx0" brushRef="#br0" timeOffset="156150">40468 9447 24575,'-6'6'0,"-3"51"0,4 8-1288,2-14 1,0 2 1287,3-2 0,0-1 0,0-6 0,0-3 0,0 19 410,0-21 0,0-1-410,0 6 424,0 17-424,3-27 0,-2-19 0,1-15 0</inkml:trace>
  <inkml:trace contextRef="#ctx0" brushRef="#br0" timeOffset="157100">40483 9359 24575,'55'-12'0,"-12"4"0,1 0 0,-6 2 0,1 1-790,25-1 0,-3 2 790,-9 4 0,-14 0 0,2 0 0,-1 0 0,1 0 256,3-4 0,3 1-256,9 2 0,1 0 131,-1-2 0,-2 0-131,21 3 0,-22 3 0,-2 1-730,3-3 730,-2 9 0,3 0 388,-14-5 0,-2 0-388,5 5 0,1 2 0,8-1 0,-4 0-922,3 7 922,1-4 0,-1 0 0,-8 1 0,16 0 0,5-1 0,-21-4 0,-3-1 0,1 0 0,-2-1 0,7 2 0,-49-10 724,-5 0-724,-3 0 0,5 0 0,-3 11 958,0 11-958,-1 3 0,4 16 0,-2-7 0,7 9 0,-10 28 0,10-10 0,-8 3 0,8-22 0,-2-19 0,3 0 0,0-4 0,0 0 0,0-9 0,0 2 0,0-9 0,0 0 0</inkml:trace>
  <inkml:trace contextRef="#ctx0" brushRef="#br0" timeOffset="158200">40500 10411 24575,'64'0'0,"0"0"0,0 0 0,1 0 0,-1 0 0,0 0 0,-1 0 0,-3 0 0,0 0 0,2 0 0,4 0 0,-1 0 0,6 0 0,2 0 0,1 0 0,0 0 0,-4 0 0,-4 0-1092,0 0 1,-3 0-1,-3 0 1,0 0-1,4 0 1092,-2 0 0,5 0 0,0 0 0,-2 0 0,-4 0 0,-7 0 545,6 0 0,-8 0 0,-3 0-545,17 0 0,-18 0 220,-40 0 1,-4 0 0,-2 0 0</inkml:trace>
  <inkml:trace contextRef="#ctx0" brushRef="#br0" timeOffset="160566">40454 13930 24575,'0'73'0,"0"0"0,0-10 0,0 4 0,0 0 0,0 6 0,0-4-425,-1-15 1,1-2 0,1-1 424,0 1 0,1-1 0,1-1 0,3 20 0,1-6 207,-1-23 1,0-4-208,6 24 0,-10-52 0,-2-7 0</inkml:trace>
  <inkml:trace contextRef="#ctx0" brushRef="#br0" timeOffset="161633">40546 13928 24575,'40'-9'0,"12"-1"0,14 4 0,-3 0 0,1 2 0,6 1-1838,-5-2 1,6 1 1837,-11 0 0,9-1 0,0 1 0,-7 0-927,11-1 1,-2 1 926,-2 1 0,4 1 0,-10 0 0,-17 2 0,-2 0 0,22 0 0,1 0 470,-9 0 1,0 0-471,13 0 0,0 0 0,-15 0 0,0 0 0,10 0 0,-1 0 0,-15 0 0,-5 0 0,21 0 0,-18 0 0,-1 0 0,2 0 0,23 0 1651,-35 0-1651,-19 0 2577,5-3-2577,-10 0 359,5-1-359,-9 2 0,2 2 0,-1 0 0,-1 0 0,0 0 0,-3 0 0,-3 5 0,2 2 0,-4 2 0,2 7 0,-3 26 0,0 24 0,0 1 0,0 5 0,-1-9 0,2-1 0,0 12 0,1-4 0,-2-30 0,1-5 0,2 12 0,-3-33 0,0-8 0,0-3 0</inkml:trace>
  <inkml:trace contextRef="#ctx0" brushRef="#br0" timeOffset="162466">41152 14761 24575,'57'-11'0,"-1"-1"0,10-5 0,8-2 0,-11 5 0,8 0 0,4 0 0,-1-1-1922,-13 2 0,3 0 1,-1-1-1,-1 1 1,-3 1 1921,0 1 0,-3 0 0,-2 1 0,0 0 0,18-6 0,0 1 0,-15 3 2555,-3 3-2555,-15-5 0,-1 1 1495,0 5-1495,21-11 0,-36 12 0,-14 4 0,-3 0 0</inkml:trace>
  <inkml:trace contextRef="#ctx0" brushRef="#br0" timeOffset="163533">40303 15622 24575,'3'8'0,"2"12"0,-1-1 0,3 21 0,0 5 0,-1-3 0,-2-4 0,-1-23 0,-3-10 0</inkml:trace>
  <inkml:trace contextRef="#ctx0" brushRef="#br0" timeOffset="164719">40893 14881 8191,'29'-6'0,"-3"1"5063,-9 5-5063,7 0 2818,14 0-2818,-5 0 1719,2 3-1719,-12 1 6784,-2-1-6784,-3 3 0,14-2 0,5 1 0,2 0 0,7 0 0,-5-1 0,-4-1 0,-14-3 0,0 0 0,0 0 0,14 0 0,4 0 0,24 0 0,-18 0 0,12 0 0,3 0 0,-1 0-1302,13 0 1,0 0-1,0 0 1302,-1 0 0,0 0 0,0 0 0,-15 0 0,2 1 0,-3-1 0,-7-1 0,2-2 0,-3-1 0,22 3 0,0 0-296,-22-2 1,-5-1 295,18 2 0,-37 9 0,-25 66 0,0-21 0,0 5 0,0 16 0,0 4-825,0-24 0,0 0 0,0 1 825,0 0 0,0 0 0,0-1 0,0 18 0,0-1 0,0 3 0,0-4 1591,-1-23 0,2-4-1591,1 14 0,-1-28 0,2-16 0</inkml:trace>
  <inkml:trace contextRef="#ctx0" brushRef="#br0" timeOffset="165316">40619 16123 24575,'3'-4'0,"8"-1"0,14 4 0,9-2 0,36 3 0,-14 0 0,11 0 0,4 0-1132,-8 1 0,2-1 1,3 0-1,4-1 1132,-10 1 0,3-1 0,2-1 0,1 1 0,-2-1 0,-4 1 0,13 0 0,-3-1 0,-3 1 0,-2-2 0,8 0 0,-4-2 0,-12 1 0,10-1 1028,-54 1-1028,-1 4 0,-8 0 0,-3 0 0,0 0 0</inkml:trace>
  <inkml:trace contextRef="#ctx0" brushRef="#br0" timeOffset="167783">20124 13867 24575,'29'22'0,"6"22"0,7 13 0,-2-8 0,4 3 0,0 1-1080,0 3 1,-1 2 0,3 0 1079,-8-10 0,2 0 0,1-1 0,1-3 0,11 4 0,1-4 0,2-1 0,-8-5 0,1-1 0,2 0 0,4-2-521,-2-5 1,3-2 0,2-1 0,1-1 0,2 0 520,5 0 0,4 0 0,0-1 0,-1-2 0,-4-2 0,-2-1 0,-5-3 0,2-1 0,7 0 0,-1-1 0,5-1 0,5 0 0,0 0 0,0-3 0,-4 0 0,0-3 0,-3-2 0,0-1 0,2 0 0,5 1-500,-12 0 1,5 0 0,2 1 0,1 0 0,0 0 0,-1 0 0,-2-1 0,-5-1 499,13 0 0,-4-1 0,-2 0 0,-1-1 0,1 0 0,3 1 0,2 0 0,-1-1 0,-5 0 0,-10-1-258,14-1 1,-6-2 257,-4 1 0,3-1 0,-7-1 455,-7-1 0,-7-3-455,3-8 0,-14-7 0,-29-23 0,-12-29 702,0 36 0,-2 0-702,-3-8 0,-1-2 3082,-1 0 1,-2 0-3083,-5-4 0,-2-3 0,-2-15 0,-3-2-955,-7 4 1,0 1 954,8 2 0,0 1 0,-3 10 0,3 7 0,8 0 0,-5 0 0,-2-3 0,4 11 0,-2-1 0,-10-18 0,-3 0 0,1 11 0,0 4 0,5 11 0,0 2-487,-6-4 0,-1 1 487,4 6 0,-6 1 0,-16-9 0,-11-3 0,0 3 0,7 5 0,0 2 0,-6-1 0,5 4 0,-5-1 0,-4 0 0,0 0 0,2 4-867,6 3 1,-1 3 0,1 1-1,0 0 1,1 1 866,-9-3 0,0 0 0,1 2 0,0 2 0,-1 3 0,-1 3 0,1 1 0,3 1 454,-9 0 1,2 2 0,5 1-455,15 2 0,3 2 0,2 0 0,-23-3 0,15 4 0,35 6 0,18 4 0,3-9 0,0 5 0</inkml:trace>
  <inkml:trace contextRef="#ctx0" brushRef="#br0" timeOffset="171766">39660 15511 24575,'11'0'0,"5"0"0,41 0 0,-14 0 0,2 0 0,0 0 0,1 0 0,10 3 0,-4 0 0,-4-1 0,5 1 0,7 0 0,-6-3 0,3 0-285,-3 0 0,3-1 0,0 2 285,-3 1 0,0 0 0,-5 0 105,2-1 0,-4 0-105,19 6 0,-53-7 0,-5 0 0</inkml:trace>
  <inkml:trace contextRef="#ctx0" brushRef="#br0" timeOffset="172433">40592 15477 24575,'20'0'0,"16"0"0,-10 2 0,7-1 0,-38 10 0,-28 13 0,1-5 0,-30 17 0,32-27 0,1 9-6784,22-14 6784,10 21 0,6-12 0,0 10 0,0-14 0,-6-3 0,0-3 0,-3 0 0</inkml:trace>
  <inkml:trace contextRef="#ctx0" brushRef="#br0" timeOffset="179402">42835 14143 24575,'22'0'0,"-2"0"0,34 0 0,-7 8 0,-3-6 0,4 1 0,0 10 0,-1 0 0,-6-7 0,-2 1 0,2 7 0,-3 0 0,10 0 0,-24-1 0,-4-6 0,-14-2 0,-3-1 0,-3 2 0,0 0 0,0 5 0,-4 9 0,-2 0 0,-11 23 0,6-24 0,-5 12 0,7-19 0,-5 8 0,1-3 0,0 0 0,4-5 0,0-9 0,-1 5 0,-4-4 0,-2 10 0,3-7 0,-1 5 0,4-6 0,-5 2 0,3 2 0,-12 11 0,7-4 0,-5 4 0,10-9 0,0 0 0,8-6 0,-4 3 0,7-3 0,-4 0 0,4 0 0,-4 0 0,4-3 0,-2 0 0</inkml:trace>
  <inkml:trace contextRef="#ctx0" brushRef="#br0" timeOffset="180449">43024 14511 24575,'-2'32'0,"-10"28"0,7-11 0,-5 13 0,10-36 0,0-6 0,2-7 0,2 1 0,12-3 0,3 3 0,8 0 0,-2-3 0,-6-2 0,21 1 0,-3 1 0,5-3 0,9 4 0,-32-11 0,10 4 0,-21-5 0,-2 0 0,-2 0 0,-2 0 0</inkml:trace>
  <inkml:trace contextRef="#ctx0" brushRef="#br0" timeOffset="186549">45437 7245 24575,'-9'-3'0,"0"0"0,-22 3 0,11 0 0,-31 4 0,15-4 0,-11 4 0,-8-4 0,17-4 0,-19-4 0,25-1 0,-7-7 0,0-4 0,4-1 0,3-2 0,-1-3 0,-10-6 0,2-6 0,0-5 0,13 12 0,0 0 0,-14-17 0,-2-3 0,6 1 0,1 1-508,5 8 0,0-3 508,1-2 0,-1-4 0,4 4 0,2 4 0,1 2 0,-10-17 0,2 0 0,2-10 0,15 29 0,2-13 0,11 9 0,1-4 0,-4-3 0,1-4 0,4 4 0,1-3 0,0-1-301,-2-7 1,-1-2 0,1 2 300,2 4 0,0 1 0,0 2 0,0-17 0,0 2 0,0 0 0,0 10 0,0 11 0,6 1 0,3-1 0,13-22 0,1 11 0,-2 9 0,9 3 968,-9 15-968,14-13 0,6-2 0,-6 11 0,-1 3 0,1-1 0,-1 2 0,19-15 0,-2 12 0,-7 5 0,1 2 0,4-1 474,0 4 1,-1 2-475,-7 1 0,0 0 0,9-1 0,-2 0 0,2-3 0,-7 3 0,3-2 0,-5 1 0,-1-1 0,5 0 0,-1-1 0,3-4 0,-4 2 0,0 2 0,-10 3 0,-3-1 0,-1-2 0,11-10 0,-14 6 0,-14 16 0,-1-1 0,-5 5 0,-3 2 0,2 1 0,-4 1 0,2 1 0,-1-2 0,-1 3 0,2 0 0</inkml:trace>
  <inkml:trace contextRef="#ctx0" brushRef="#br0" timeOffset="187466">45544 3742 24575,'51'26'0,"-5"-2"0,-6-5 0,-10-3 0,-7-6 0,-5 2 0,-3-3 0,3 3 0,5 4 0,14 1 0,-12-2 0,4-2 0,-19-10 0,-7 0 0,-1-1 0,-7-1 0,1 4 0,-2 1 0,-7 11 0,0 3 0,-8 11 0,8-11 0,1 2 0,6-10 0,-3 0 0,5-2 0,-1-4 0,5-4 0</inkml:trace>
  <inkml:trace contextRef="#ctx0" brushRef="#br0" timeOffset="189416">27509 13577 24575,'-6'2'0,"2"2"0,-1 2 0,1 0 0,-23 30 0,-1-11 0,-6 1 0,-15 16 0,-5 3-1131,13-14 1,-2 1-1,-1-1 1131,-4 2 0,-1 0 0,1-1 0,0-1 0,1 0 0,2-2 0,-13 6 0,-3 1 0,9-7 0,-6 4 0,-1-1 0,4-3-236,2-2 0,2-3 0,-1 2 236,-11 7 0,0 2 0,6-5 0,8-7 0,13-7 0,23-9 0</inkml:trace>
  <inkml:trace contextRef="#ctx0" brushRef="#br0" timeOffset="190003">26921 12943 24575,'-6'53'0,"1"-19"0,-2 10 0,-2 4 0,-3 1 0,0 1 0,0 4 0,-1 4 0,0-8 0,-2 1 0,2-3 0,2-1 0,1-3 0,-4 2 0,2-2 0,0 18 0,4-25 0,2-6 0,3-11 0,19 15 0,-9-10 0,22 31 0,-20-27 0,6 0 0,-11-17 0,-2-3 0,-2-3 0,3-3 0,-2 2 0,4-4 0,-2 4 0,9 4 0,8 5 0,21 8 0,-2 2 0,4 0 0,-2-8 0,-1 0 0,-4 4 0,-3-1 0,4-7 0</inkml:trace>
  <inkml:trace contextRef="#ctx0" brushRef="#br0" timeOffset="199499">21495 16303 24575,'57'32'0,"2"-4"0,11 4 0,-19-10 0,4 2 0,2 1 0,0-1-1403,-4-1 1,0-1 0,1 1 0,4 0 1402,7 2 0,5 1 0,2-1 0,-1 1 0,-4-2 0,-1 1 0,-4-1 0,0-1 0,3 0 0,-6-3 0,2-1 0,2 0 0,-1 0 0,-1 0 0,-1 0 0,1 1 0,-1 0 0,-4-2 0,-7-3 0,17 1 0,-6-1 0,21 8 0,-32-10 1674,-66-20-1674,7-1 906,-18-2-906,15 3 0,2 2 0,4 4 3029,-4-1-3029,1 2 0,3 0 0,2 0 0</inkml:trace>
  <inkml:trace contextRef="#ctx0" brushRef="#br0" timeOffset="200220">23321 16731 24575,'13'10'0,"18"18"0,-6 3 0,16 11 0,-18-11 0,-11-4 0,-30-6 0,4-4 0,-18 1 0,5-10 0,-18 0 0,-11 3 0,7-7 0,11 1 0,20-5 0,12 0 0,4 0 0</inkml:trace>
  <inkml:trace contextRef="#ctx0" brushRef="#br0" timeOffset="201252">21494 14449 24575,'16'70'0,"0"-1"0,-3-4 0,1 4 0,0 4 0,1-3 0,0 4 0,1 1 0,0-3-1398,-1-7 0,-2-1 0,2 0 0,1 2 1398,0 3 0,2 4 0,0 0 0,0-3 0,-1-10 0,-1-5 0,0-8 0,1 3 160,5 18 1,1 3 0,-3-15-161,0-13 1143,-10-29-1143,-8-24 0,-2-6 0,0 7 0,0 3 0</inkml:trace>
  <inkml:trace contextRef="#ctx0" brushRef="#br0" timeOffset="206136">49815 4996 24575,'38'64'0,"0"0"0,0 0 0,-5-10 0,-2-1 0,-4-1 0,-5-5 0,-3 0 0,-4-1 0,0 15 0,-3 3-542,-4-12 1,0 3-1,-3 0 542,-5-3 0,-3-2 0,-1 1 0,2 24 0,-4-6 0,-4-24 0,-1-5 0,-15 27 527,0-16-527,8-7 67,-2-9 0,17-27 0,0-8 1</inkml:trace>
  <inkml:trace contextRef="#ctx0" brushRef="#br0" timeOffset="206500">49549 5565 24575,'-6'37'0,"1"34"0,5-4-3833,1 0 0,-2 5 3833,-2-8 0,-1 2 0,2-8 0,0 3 0,0 0 291,-3 1 1,-1-1 0,2 1-292,1 5 0,1 1 0,0-3 0,1-12 0,1-2 0,0-4 0,1 10 0,2-10 1450,9-15-1450,49-29 0,-20-12 0,1-2 0,32 3 0,-11-14 0</inkml:trace>
  <inkml:trace contextRef="#ctx0" brushRef="#br0" timeOffset="208883">30453 16855 24575,'15'55'0,"4"-9"0,4 6 0,-3-5 0,0 2 0,2 0-1622,11 20 1,0-3 1621,-4-8 0,0-6 0,-5-19 0,-2-3 0,15 18 1020,5-13-1020,-19-16 532,-3-8-532,-17-9 0,-1-2 0,-5 0 0</inkml:trace>
  <inkml:trace contextRef="#ctx0" brushRef="#br0" timeOffset="209649">30251 16739 24575,'7'72'0,"-1"0"0,-1-9 0,1-3 0,1-17 0,0-6 0,3 3 0,-3 0 0,-5-37 0,-2 0 0</inkml:trace>
  <inkml:trace contextRef="#ctx0" brushRef="#br0" timeOffset="210016">30344 16352 19053,'3'-4'0,"13"1"2544,6 3-2544,3 0 941,-3 0-941,-5 0 490,-4 0-490,4 0 386,-7 0 1,-4 0 0,-4 0 0</inkml:trace>
  <inkml:trace contextRef="#ctx0" brushRef="#br0" timeOffset="262602">46191 3789 24575,'-29'-7'0,"-23"8"0,-1 17 0,13-2 0,-3 5 0,-6 12 0,-2 6-963,6-6 0,-3 2 0,-1 2 963,-5 5 0,-1 3 0,1-1 0,2-3 0,1 1 0,2-3 0,-6 8 0,6-5 0,-2 7 915,26-27-915,7 1 475,-16 12-475,6 0 0,-2 3 0,4-8 1499,6 3-1499,-23 27 0,16-13 0,0 3 0,-1 2 0,-1 1-1036,-3 10 1,1-1 1035,8-14 0,1-1 0,0-1 0,1 0 0,3 0 0,0 0 0,-3 0 0,1 2-243,2 7 1,1 3 242,-8 8 0,1 1 0,9-6 0,0-2-633,-5 3 1,2-2 632,9-13 0,2-2 0,-7 2 0,1-2 0,3 22 0,-2-7 0,-1 4 0,7-9 0,2 2-159,-1-7 1,0 4-1,1-2 159,3 14 0,2-5 0,0-20 0,2-3 219,6 2 0,1-5-219,5-1 0,17 30 0,-7-26 0,3-1 0,15 20 631,-19-26 0,1 0-631,0 0 0,-1-2 0,12 2 0,-11-4 0,1 2 0,16 13 0,-7-11 0,2 0 0,-4-4 0,2 2 0,16 15 0,0-2 0,-19-17 0,-2-2 2597,23 23-2597,-31-25 0,-5-14 0,-5 2 0,-2-3 0,-2-3 0,4 5 0,3-1 0,1 2 0,-1-3 0,-6-1 0,7 2 0,-5 0 0,6 0 0,-8-2 0,-3-4 0,0 4 0,-3-2 0,2 1 0,-4-2 0,2-2 0</inkml:trace>
  <inkml:trace contextRef="#ctx0" brushRef="#br0" timeOffset="270615">48430 3395 24575,'61'33'0,"0"0"0,1 0 0,-1 0 0,0 0 0,1 0 0,-1 0 0,0 0 0,0 0 0,1 0 0,-1 0 0,7 5 0,6 1 0,1 1 0,-1 0 0,-3-2 0,-6-1 0,-9-2 0,-11-5 0,-14-3 0,0 29 0,-5-6 0,0 3 0,-4-5 0,-1 1-1487,4 8 1,-2-1 1486,-7-18 0,-3 1 189,2 12 0,-3 4-189,-1 6 0,-2 3 0,-3-12 0,-1 2 0,0 1 0,0 7 0,0 2 0,0-5 0,2 7 0,-2-3 0,-3 7 0,-2 4 0,1-11 0,0 4 0,-5 1 0,-4-14 0,-3 2 0,-2-1 0,2 1-696,1 20 1,1 0 0,-4-6 695,-9 3 0,-1-12 0,-1-3 0,12-29 0,-6 11 1973,-2-6-1973,4-5 320,-1-6-320,5-4 2388,-1-5-2388,6-2 0,-2-8 0,-3 12 0,-9 4 0,0 3 0,-1-2 0,11-12 0,7-4 0,-4-1 0,4 2 0,-12 10 0,-17 18 0,6 6 0,-11 3 0,24-18 0,1-9 0,6-12 0,1 1 0,4-5 0</inkml:trace>
  <inkml:trace contextRef="#ctx0" brushRef="#br0" timeOffset="272099">49578 6135 24575,'-22'45'0,"-2"3"0,8-11 0,-1 1-1671,1 1 0,0-1 1671,1-2 0,-3 2 233,-11 22 0,-3 2-233,5-6 0,-2 0 0,1-8 0,-3 2 0,5-2 0,2 8 0,3-4 0,0-12 0,3-4 0,4 10 679,10-29-679,2-5 0,2-3 0,2-3 1703,2-3-1703,32 17 494,-4-9-494,11 8 0,8 2 0,3-8 0,1-1 0,-9 1 0,1 0-378,18-1 1,-6-2 377,-18-4 0,6-2 0,-3-1 0,-21-3 0,23 0 0,-40 0 0,0 0 0,-3 0 0,0 0 0</inkml:trace>
  <inkml:trace contextRef="#ctx0" brushRef="#br0" timeOffset="313699">27936 7179 24575,'0'44'0,"0"0"0,0 18 0,-1-22 0,-1 2-924,2 7 1,-1 6 923,-3 0 0,-3 6 0,0 5-966,2-7 1,0 4-1,-1 4 1,1 2-1,-1 2 966,1-10 0,0 1 0,0 2 0,0 2 0,0 0 0,-1 1 0,1 0-517,0 6 0,0 3 1,-1 1-1,1 0 1,0-1-1,0-3 1,1-3 516,0 6 0,0-5 0,1-2 0,0 1 0,0 4 0,0-8 0,0 2 0,1 3 0,-1 0 0,1-1 0,0-3 0,1-5-317,0 18 1,1-6-1,0-1 1,-1 0 316,-1 2 0,0 1 0,0-2 0,0-4 0,2 8 0,0-5 0,0-20 108,0-24 0,0-24 0,0-8 0</inkml:trace>
  <inkml:trace contextRef="#ctx0" brushRef="#br0" timeOffset="314665">28155 7782 24575,'28'4'0,"9"5"0,9 2 0,11 1 0,9 1 0,-1 0-2303,-5 1 0,0 0 0,3-1 2303,-3-3 0,3 0 0,0 0 0,-4 0 0,1 0 0,-3 1 0,1-1 0,5 0 0,2-1 0,1 2-153,-8 0 1,2 1-1,1 1 1,1 0 152,7 0 0,1 1 0,1 1 0,-1-2 0,-3 1 0,-1-1 0,0 0 0,1-1-784,3-3 1,1 0-1,-2-2 1,-2 1 783,3 0 0,-3 0 0,2-2 0,-12-4 0,2-2 0,0 0 0,-2 0-438,12 3 0,-1 0 0,-4-1 438,7-3 0,-6 2 972,-17 1 0,-12 11-972,-33 36 0,-15 16 0,9-8 0,0 6 0,-1 5-228,-1-11 1,-2 4 0,1 2-1,-1-2 1,2-3 227,-2 15 0,2-4 0,0 1 0,1-10 0,0 2 0,0-3 0,0-6 0,-3 7 0,1-1 0,4-4 0,2 7 0,0 2 0,0 1 780,-2 0 0,0 2 0,0 0 0,1-1-780,0-3 0,1 0 0,0-2 0,1 1 0,1 1 0,1 1 0,1-3 0,-1-7 0,1 8 0,2-3 0,1-9 0,3 1 0,-2-3 960,-3 1 1,-1-2-961,5 6 0,-2-4 0,-7 7 0,4-17 1031,-4-19 0,0-14 1,0-4-1</inkml:trace>
  <inkml:trace contextRef="#ctx0" brushRef="#br0" timeOffset="315265">28616 10890 24575,'23'0'0,"22"-1"0,19-2 0,3 0 0,-5 1 0,3-1 0,4 1 0,4 0-1639,-6 0 1,6 0-1,2 1 1,1-1 0,-2 1-1,-4-1 1341,-4 1 0,-2-1 0,-2 0 0,0 0 0,1 2 298,5 0 0,1 2 0,0 0 0,-4 0 0,-8-1 932,17 0 0,-4 0-932,-5 2 0,4 2 0,-7-2 923,-10-3 1,-4 0-924,0 2 0,-11 2 0,-22-1 0,-5 3 1593,-2 0 1,-5-3 0,0 0 0</inkml:trace>
  <inkml:trace contextRef="#ctx0" brushRef="#br0" timeOffset="316649">32034 8387 15632,'9'0'0,"-2"0"3834,14 0-3834,26 0 0,13 0 0,0 0 0,7 0 0,2 0-915,-12 0 0,2 0 0,2 0 0,0 0 915,10 0 0,3 0 0,-1 0 0,-3 0 0,-12 0 0,-2 0 0,-1 0 0,3 0 0,10 0 0,3 0 0,2 0 0,3 0 0,-5 0 0,2-1 0,2 1 0,2 0 0,0 1 0,-6 1 0,2 0 0,1 1 0,0 0 0,0 0 0,0 0-67,-3-2 1,1 1-1,0-1 1,-1 0-1,0 1 1,0 1 66,-2 0 0,1 1 0,0 1 0,-3 0 0,-3-1 0,-7-1 0,9 1 0,-8-2 0,-1 0 0,25 3 0,-20-2 1745,-48-3-1745,-8 5 0,-3 26 0,3 38 0,-4-18 0,-2 5 213,3 14 0,1 5-213,-4-22 0,-1 1 0,2 2 0,0 12 0,2 2 0,0 4 62,0-10 0,1 2 0,0 1 1,2 1-63,0 5 0,2 2 0,1-1 0,-1-2 0,-1-9 0,1 0 0,-1-3 0,2-2 0,2 9 0,2-2 0,-2-9 0,-1-11 0,-1-6 0,9 22 0,-9-27 0,-4-9 0,-2-11 3787,0-11-3787,-3 5 2961,3-1-2961,-3 42 0,3-11 0,1 5 0,-3 11 0,0 6 0,1-5 0,1 4 0,-1-2-620,-2 11 0,0-3 620,-1-5 0,2-4 0,1-14 0,0-8 0,-1-11 0,4 4 0,-5-18 0,0-4 0</inkml:trace>
  <inkml:trace contextRef="#ctx0" brushRef="#br0" timeOffset="318049">31958 8413 24575,'-4'54'0,"-2"-16"0,-1 6 0,3 13 0,0 9 0,-3 2-2011,-2-11 0,-2 1 0,-1 1 0,2 0 2011,4-2 0,2-1 0,-1 0 0,-1 0 0,-8 19 0,-3-1 0,3-7 0,5-4 0,1 0 0,-4 0 0,-1 4 0,1-4 0,2 1 0,1 3-365,2-4 0,-1 10 0,0-1 0,2-11 365,1-6 0,1-2 231,1 9 0,1 6 0,1-10-231,1-19 0,0-1-16,0 30 0,0 3 16,0-19 0,0 0 0,2 23 0,1-3 0,-2-30 0,0-4 0,4 5 0,0-3 0,-4 4 0,9-3 3296,-6-5-3296,5-4 3644,-2 6-3644,0-16 1846,0 2-1846,0-7 57,-1-5-57,0-3 0,0-3 0,18-3 0,30-3 0,-18-3 0,6-1 0,8 1 0,8-1 0,5 1 0,-2-1 0,-1 0 0,-2-1 0,3 1 0,4-1-641,-6 2 1,4-1 0,2 0 0,1 0-1,0 0 1,-1 1 640,0 0 0,1 0 0,-1 0 0,1 1 0,-2-1 0,-2 0-899,4 0 0,-2 0 0,-1-1 0,0 1 1,1-1 898,1-1 0,1 0 0,0 0 0,-1 0 0,-4 0 0,2 0 0,-3 0 0,0 1 0,2-2 0,-4 0 0,1 0 0,2-1 0,1 0 0,-1 1-312,5 2 1,0 0-1,1 1 1,-1-1-1,0 1 312,-3-2 0,0 0 0,-1-1 0,-1 2 0,-3 0 0,5 1 0,-3 0 0,-2 1 0,-4 0 0,20-2 0,-10 1 0,-1 3 0,-1 0 0,-23 0 2444,2 0-2444,-18 2 4823,-8 2-4823,0 2 2627,2 0-2627,2 3 0,9 6 0,11 7 0,-14-6 0,10 7 0,-19-12 0,12 10 0,-6-6 0,-1 4 0,-13-13 0,-5 0 0</inkml:trace>
  <inkml:trace contextRef="#ctx0" brushRef="#br0" timeOffset="320565">29180 9114 24575,'-6'-8'0,"3"1"0,0-12 0,3 5 0,0-29 0,0-14 0,0-11 0,0 10 0,0-3 0,0-3-1116,0 7 0,0-2 0,0 0 0,0 1 1116,2-13 0,1 3 0,-1 1 0,-2 12 0,0 2 0,2 1-482,4-13 1,2-2 481,-5 9 0,0-4 0,0 2 0,-1 5 0,1 1 0,0-3 0,2 0 0,1-4 0,-1-1 0,0 5 0,-2-1 0,0 3 0,0 2 0,4-23 0,1 7 0,-2 20 0,-2 9 0,-2 10 0,8-6 0,-3 19 0,3-4 4195,-4 10-4195,0 7 1232,5-5-1232,33-5 0,0 2 0,6 0 0,-3 0 0,3 0 0,3 2-1095,11 2 1,4 3-1,-3-1 1095,-6-3 0,-2 0 0,-1 2 0,0 5 0,-1 3 0,-6-2-134,-6-3 0,0 1 134,5 5 0,5 3 0,-3 2 0,3 5 0,3 3 0,-3 0 0,7 2 0,0 1 0,-7 0-829,4 4 1,-2 2 828,-1 2 0,3 5 0,-6-4 0,-11-5 0,-1 2 0,1 3 0,3 5 0,2 0 0,3 0 0,3 1 0,1 3 0,0 1 0,2 5 0,2 0 0,-3-2-830,9 4 0,-1-2 0,-1 0 830,-4-1 0,-1 1 0,-2-2 0,-8-6 0,-2-1 0,-2-1 0,7 8 0,-1 0 0,-1-1 0,3 2 577,-2 2 0,4 3 0,-3-4-577,0-4 0,0 0 0,7 8 0,4 6 0,-7-8 0,-13-14 0,-2-2 0,18 15 0,-8-4 0,-19-16 168,11 11-168,-18-13 1592,-4-2-1592,-4 6 3170,5 7-3170,-7-2 951,0 7-951,-4-16 0,8 25 0,1 11 0,-6-10 0,1 5-1095,1 2 0,4 9 1,-1 0-1,-1-5 1095,2 16 0,-1-3 0,-3-11 0,1 1 0,-1-9 0,6 11 0,-6-11 0,-6-25 0,-2 0 0,-9-22 0,1 3 0,-5-8 0,6 0 0,0 0 0</inkml:trace>
  <inkml:trace contextRef="#ctx0" brushRef="#br0" timeOffset="332599">29634 8542 24575,'26'-5'0,"9"-1"0,11-1 0,10-2 0,8-2 0,2 1-2091,-11 2 0,2 0 0,1 0 0,1 0 2091,3-2 0,2-1 0,1 1 0,0 1 0,6 1 0,1 2 0,0 0 0,-2 0 225,-7 0 0,-1-1 0,-2 1 0,0 2-225,13 0 0,-2 1 0,-4 1 524,15-1 1,-16 2-525,-26 2 0,-24 1 0,3 1 4221,0 4-4221,25-3 0,-1 5 0,25-9 736,-25 5 1,3-1-737,7-3 0,1 0 0,-5 2 0,-4 1 0,20-4 721,-37 0-721,-22 0 0,-3 0 0,0 0 0</inkml:trace>
  <inkml:trace contextRef="#ctx0" brushRef="#br0" timeOffset="333166">32048 7936 8191,'34'19'0,"10"9"5063,-3 4-5063,-12-10 0,3 2 0,1 4 0,-1 0 0,23 17 0,1-3 0,-23-11 2818,-2-7-2818,-15-1 1719,-24-2-1719,-25 2 0,-11-1 0,9-4 0,-1 1 2360,-8 3 1,0 0-2361,5-3 0,3-1 0,-21 11 0,14-6 0,0 1 0,-17 13 0,14-8 0,37-14 0,1-9 2063,7 0-2063,-4-3 0,4 5 0,-5-7 0,6 4 0,-3-5 0</inkml:trace>
  <inkml:trace contextRef="#ctx0" brushRef="#br0" timeOffset="343315">29620 9245 24575,'38'0'0,"22"0"0,11 0 0,-3 0 0,7 0-2103,-9 0 0,7 0 0,2 0 1,-4 0 2102,0 0 0,-3 0 0,3 0 0,-8 0 0,3 0 0,0 0 0,-3 0 0,9 2 0,-2 1 0,1 0 0,-12-1 0,1-1 0,1 1 0,2 2-105,-1 2 0,2 2 0,2 1 0,0 0 0,-2-1 105,-3 1 0,0-1 0,-1 1 0,0 0 0,1 0 0,2 1 0,2 1 0,-1 0 0,-1-1 0,-5 1 0,12 2 0,-4 1 0,-7-3 0,-2 0 0,-6-2 889,-4-2 1,-9-1-890,-20-2 0,21 1 0,-37-5 0</inkml:trace>
  <inkml:trace contextRef="#ctx0" brushRef="#br0" timeOffset="344218">32750 9213 24575,'22'6'0,"24"13"0,-7 4 0,7 5 0,-1 0-681,7 7 1,2 2 680,0 5 0,4 4 0,-8-3 0,-10-3 0,-6-3 0,-4-4 0,-8-3 443,-14 1-443,-44-16 0,-30 0 0,-7-2 113,32-7 0,3-2-113,-2-4 0,12 0 0,19 0 173,6 2 0,0-1 0,3 2 0</inkml:trace>
  <inkml:trace contextRef="#ctx0" brushRef="#br0" timeOffset="350532">8647 15911 24575,'5'12'0,"4"33"0,-3-7 0,-1 4 0,-2 1 0,1 2 0,-1 11 0,0-2-1185,-3 7 1185,0 9 290,-6-6-290,2-18 0,-2-3 0,-2-27 0,6-6 0,-20 56 0,11-26 0,0 4 0,-7 12 0,-1 2 0,0 5 0,0-4 0,7-21 0,0-2 0,-10 35 0,14-45 223,-1-4 1,6-18 0,0-2 0</inkml:trace>
  <inkml:trace contextRef="#ctx0" brushRef="#br0" timeOffset="351719">8376 16898 24575,'17'26'0,"-5"3"0,5 23 0,-6-6 0,-5-3 0,15 25 0,-17-38 0,15 25 0,-19-40 0,6-6 0,-3-3 0,6-1 0,10-1 0,-7 0 0,12-1 0,-14-3 0,3 0 0,-2 0 0,1 0 0,-2 0 0,1-2 0,-5 1 0,0-4 0,3-2 0,3-2 0,-2-1 0,4 2 0,-7 2 0,1-1 0,1 4 0,-2-2 0,1 4 0,-2-2 0,0 3 0,-2 0 0,-2 0 0</inkml:trace>
  <inkml:trace contextRef="#ctx0" brushRef="#br0" timeOffset="376416">14732 15999 24575,'-28'27'0,"9"-5"0,-33 31 0,23-21-965,-10 10 0,-1 2 965,-2 5 0,12-14 0,-7 8 0,-4 3 0,1 1-1198,-5 8 0,-1 2 0,-2 2 0,-4 1 1198,7-11 0,-4 1 0,-1 2 0,-2 0 0,-1 0 0,0 1-514,4-3 0,-2 3 1,0 0-1,-1 0 1,1-2-1,2-2 1,1-3 513,-3 1 0,3-3 0,0-2 0,1-1 0,-2 0 0,0 2 0,-2 0 0,0 0 0,2-2 0,2-4-279,-12 8 1,4-4-1,-1 1 279,11-7 0,-1 0 0,0 0 0,1-1 0,-10 6 0,0-1 0,6-4 0,0 2 0,10-10 118,10-18 0,26-12 1,3-7-1</inkml:trace>
  <inkml:trace contextRef="#ctx0" brushRef="#br0" timeOffset="377265">12494 17298 24575,'8'0'0,"-1"5"0,4 2 0,-7 8 0,2 3 0,-6 8 0,-5 18 0,4-11 0,-5 5 0,0 2 0,5 10 0,-5-1 0,0 2 0,5 18 0,-1-27 0,-1-1 0,3 25 0,0-1 0,0-23 0,3-10 0,0-18 0,9-4 0,8 5 0,2-4 0,33 8 0,-25-9 0,25 6 0,-21-12 0,25 0 0,-13-4 0,3 0 0,9-1 0,2 2 0,3 1 0,2 1 0,7 0 0,-4 1 0,-20-1 0,-3 0 0,-1 0 0,-5-1 0,3 1 0,-26-2 0,-2 3 0,-8-4 0,0 0 0,-3 0 0,0 0 0</inkml:trace>
  <inkml:trace contextRef="#ctx0" brushRef="#br0" timeOffset="383099">13397 16718 24575,'-29'25'0,"1"0"0,-5 7 0,0 0 0,4-8 0,-2 2 0,-19 18 0,-5 4 0,8-10 0,-3 2-1948,0 1 0,-2 4 0,2-2 1948,-4 2 0,4-1 0,-3 7 0,5-2 0,22-19 0,-1 1 598,-20 24 0,-4 3-598,8-11 0,0-1 526,0 3 0,3-6-526,-4 2 0,34-30 0,8-9 3088,10-1-3088,48 18 508,12 6-508,-13-10 0,0 0 0,-15-2 0,-2-1-1359,6-4 0,1 1 1359,-5 2 0,3 3 0,6 0 0,6 2 0,1 0-409,-2-1 0,0-1 0,3 2 409,-2 0 0,3 2 0,-1-1 0,-5-2-321,9 0 0,-6-1 321,0 3 0,-13-5 0,-28-13 0,-8 0 608,3-3 0,-5 0 0,1 0 0</inkml:trace>
  <inkml:trace contextRef="#ctx0" brushRef="#br0" timeOffset="386515">21108 14309 24575,'11'46'0,"-1"1"0,5 25 0,3-12 0,7 6-1208,-2-11 1,4 3 0,0 2 1207,2 4 0,1 1 0,3 2 0,-4-9 0,3 0 0,1 1 0,0-3 0,6 8 0,0-3 0,1-3 0,-2-10 0,0-3 0,1-4 0,11 7 0,-2-5 0,-12-12 0,-1-1 565,4 1 0,-2-3-565,13 9 0,-1-2 0,3 0 0,-15-19 0,0-1-256,7 7 0,0-2 256,19 5 0,-6-4 0,-16-6 1785,-10-4-1785,-12-7 0,-16-2 0,0-2 0</inkml:trace>
  <inkml:trace contextRef="#ctx0" brushRef="#br0" timeOffset="422053">22532 6739 24575,'26'25'0,"4"13"0,0 6 0,-8 1 0,-2 3 0,15 10 0,-2 4 0,-13 5 0,-4 4-1208,-2-16 1,0 2-1,-2 2 1208,-2 9 0,-2 4 0,1 0 0,-2-15 0,2 1 0,-1 0 0,-2 0 0,1 18 0,-3 0 0,1-7 0,2 0 0,-2-6 0,-4-5 0,0-8 0,4-7 1130,-5-16-1130,-2-15 148,-4-9 0,2-4 1,-2-2-1</inkml:trace>
  <inkml:trace contextRef="#ctx0" brushRef="#br0" timeOffset="422899">22441 7588 24575,'10'16'0,"3"18"0,6 1 0,2 5 0,-2 6 0,0 4 0,0-4 0,1 3 0,-2-1 0,1 7 0,0 1 0,0-6 0,1 2 0,-3-6-457,-5-8 0,0-2 457,6 10 0,-1-4 0,-7-8 300,1-4-300,-4-15 152,2-4-152,-1-5 0,2-2 0,-1-2 462,2-2-462,23-7 0,3-16 0,-4 1 0,0-5 0,17-25-647,-24 18 0,0-3 647,3-6 0,-2 0 0,9-20 0,-14 21 0,-3 2 0,-2 3 0,-13 9 0,4 13 0,-10 9 0,4 3 0,-4 3 0</inkml:trace>
  <inkml:trace contextRef="#ctx0" brushRef="#br0" timeOffset="427915">17986 7575 24575,'-3'35'0,"3"3"0,3 6 0,1 14 0,0 2 0,-1 3 0,1 1 0,3 7 0,-2-4 0,-4-23 0,0-1 0,2 10 0,0-4 0,-3 2 0,0-14 0,0-22 0,3-7 0,-3-4 0,3-2 0</inkml:trace>
  <inkml:trace contextRef="#ctx0" brushRef="#br0" timeOffset="429015">47522 9282 24575,'4'43'0,"1"0"0,-1 15 0,-1 8 0,2 3 0,0-8 0,1 1 0,0 4 0,1 2-1657,-1 1 0,0 3 1,0 2-1,1 2 1,1 0 1656,0-13 0,0 1 0,1 1 0,0 1 0,0-1 0,0 0 0,1-3 0,0 3 0,0-1 0,0-1 0,0-1 0,1 0 0,-1 1-405,0 0 1,1 1 0,-1-1 0,1 0 0,-1-2 0,0-4 404,2 10 0,1-4 0,-1-2 0,-1-2 0,0 3 0,0-3 0,0 4 0,-1-3 0,1 5 0,-1-1 0,0-8 606,1 8 0,0-3-606,-2-4 0,0 3 0,-1-23 0,-5-30 0,0-4 0,-3-13 0</inkml:trace>
  <inkml:trace contextRef="#ctx0" brushRef="#br0" timeOffset="429565">47466 9521 24575,'-5'25'0,"-1"5"0,-4 4 0,-5 26 0,-1 7 0,7-26 0,0 1 0,2-4 0,2-2 0,0 22 0,1-24 0,0-7 0,0-16 0,2-5 0</inkml:trace>
  <inkml:trace contextRef="#ctx0" brushRef="#br0" timeOffset="429999">47634 9501 24575,'35'18'0,"1"0"0,6 5 0,3 3 0,-5-1 0,2 2 0,3 1-1060,15 9 0,3 3 0,-1 0 1060,-3-3 0,-2 1 0,0 0-572,-1 1 1,1 1-1,-6-3 572,4 2 0,-9-3 0,-3 10 1102,-24-26-1102,-11-7 0,-6-9 0,-2-2 0</inkml:trace>
  <inkml:trace contextRef="#ctx0" brushRef="#br0" timeOffset="430548">47563 11996 24575,'-12'39'0,"3"12"0,0 5 0,0-11 0,1-1-1294,0 10 0,1-2 1294,1 14 0,6-25 824,3 4-824,12 6 426,7-26-426,1 0 0,0-12 0,-6-6 1338,1-4-1338,11 1 0,1-14 0,5-1 0,-13-4 0,-5 6 0,-15 6 0</inkml:trace>
  <inkml:trace contextRef="#ctx0" brushRef="#br0" timeOffset="431149">47751 12369 24575,'-4'42'0,"2"16"0,1-15 0,2 0 0,-1 22 0,0-14 0,0 3 0,0-9 0,0 1 0,0 3 0,0-2 0,0 27 0,2-57 0,-1-14 0,2-4 0,-3-1 0</inkml:trace>
  <inkml:trace contextRef="#ctx0" brushRef="#br0" timeOffset="431698">48190 11728 24575,'2'69'0,"0"1"0,-3-12 0,0 1 0,1-7 0,0 3 0,-1 0-1517,-5 3 1,-2 0-1,1-3 1517,3-1 0,-1 1 0,-2 3 0,-2 4 0,2-10 1392,-1 8-1392,4-17 0,1-1 740,3-1-740,0-17 0,0 1 0,3-22 2418,0 0-2418,3-3 0,0 0 0,-2 0 0,-2 0 0</inkml:trace>
  <inkml:trace contextRef="#ctx0" brushRef="#br0" timeOffset="432298">48532 12337 10342,'-44'0'0,"5"0"5064,-19 4-5064,16 0 2475,20 3-2475,-2 0 1434,14-3-1434,-15 6 5260,3-5-5260,1 5 0,4-3 0,11-4 0,3 0 0</inkml:trace>
  <inkml:trace contextRef="#ctx0" brushRef="#br0" timeOffset="434815">47971 11883 24575,'-9'-2'0,"0"1"0,-16-2 0,7 3 0,-8 0 0,14 0 0,5 3 0,5 0 0,-1 13 0,2 46 0,0-18 0,0 4 0,0 6 0,2 1-897,-2 1 1,2-1 896,4 18 0,1-10 0,6-11 0,1 1 0,-1-13 0,7 3 0,-7-25 0,2-3 1793,-8-9-1793,2 0 0,-4-1 0,4 4 0,-7-2 0,2 4 0,-3 4 0,0 1 0,-3 2 0,-3-3 0,2-6 0,-4 0 0,4-6 0,-2 0 0,0-3 0,0 0 0,-5 0 0,0-3 0,-6-3 0,4-3 0,1-1 0,3 1 0,-3-2 0,2 1 0,1-2 0,1 3 0,7 3 0,-2-3 0,3-1 0,5-16 0,23-25 0,-14 16 0,9 2 0,3 0 0,-1 0 0,3-1 0,2-3 0,11-15 0,3 2 0,-23 26 0,-9 18 0,-6 0 0,5 0 0,4-3 0,1 2 0,-2 0 0,-5 1 0,-6 6 0,0-3 0</inkml:trace>
  <inkml:trace contextRef="#ctx0" brushRef="#br0" timeOffset="446015">39505 18840 24575,'64'0'0,"-13"2"0,9 0 0,2 1 0,-10-1 0,2 1 0,3-1 0,6 1-1377,-1-2 1,6 1 0,4-1 0,3 0 0,2 0 0,-2 1 0,-2-1 1376,-4 0 0,-2 0 0,0 1 0,0-1 0,2 0 0,2 0 0,5 0-274,-11-1 1,2 0 0,3 0-1,2 1 1,1-2 0,1 1-1,1 0 1,0 0 0,-1 0-1,0 0 1,-1 0 273,-2 0 0,2 0 0,-1 0 0,0 0 0,0 0 0,0 0 0,0 0 0,0 0 0,-1 0 0,-1 0 0,0 0-118,1 0 1,1 0-1,-2 0 1,0 0 0,0 0-1,0 0 1,-1 0-1,-1 0 1,1 0 0,-2 0 117,6 0 0,0 0 0,1 0 0,-1 0 0,-1 0 0,-2 0 0,-3 0 0,-3 0 0,-5 0-276,21 0 1,-9 0 0,-1 0-1,5 0 276,-7 0 0,5 0 0,2 0 0,0 0 0,-2 0 0,-6 0 0,9 0 0,-6 0 0,-1 0 0,5 0 0,-12 0 0,4 0 0,1 0 0,0 0 0,-3 0 0,-5 0 0,5-2 0,-4 0 0,-3 1 0,-3-1 0,24 2 0,-8-2 997,-24-3-1,0-2-996,23-1 0,0 1 0,-20 1 0,0-1 1872,18 0 0,-4 0-1872,-2 1 5598,-25 5-5598,-14-1 3344,-10 2-3344,11 0 237,13 0-237,-9-3 0,36 2 0,-20-1 0,-1-2 0,6 1 0,3 3 0,3-1 0,17-2 0,4 0-664,-21 2 1,1 1 0,-4 1 663,3-1 0,-5 0 0,-2 0 0,-14 0 0,-29 0 0,2 0 0</inkml:trace>
  <inkml:trace contextRef="#ctx0" brushRef="#br0" timeOffset="451848">44852 12016 24575,'20'21'0,"-1"-1"0,1 21 0,4 15 0,-9-20 0,-1 3 0,4 13 0,-1 0 0,-2-12 0,0 0 0,-2 10 0,-1 0 0,0-7 0,-1-2 0,2 27 0,1 4 0,-4-18 0,0-5 0,-4 5 0,-1-17 0,-5 4 0,4 12 0,-3 5 0,4-16 0,0 0 0,-4 16 0,4 13 0,-5-17 0,0-9 0,0 1 0,0 20 0,0-16 0,0 0 0,0 23 0,0-6 0,0-14 0,0-26 0,0 32 0,-5-4 0,5-18 0,-1 2 0,-4 23 0,0-5 0,-2-2 0,0-8 0,1 3 0,2-11 0,1 2 0,-3 12 0,0 2 0,5-3 0,1 0 0,-4-5 0,1-1-704,3 10 1,0-1 703,1-17 0,-2 0 0,0 11 0,-1 2 0,2 5 0,-1 2 0,-3 6 0,-1 2-629,4-2 1,1-1 628,-3-6 0,0-4 0,-2 21 0,4-33 0,0 0 657,-1 10 1,-1 1-658,0 2 0,0 2 0,1 3 0,-1-1 0,0-10 0,0-2 0,-6 27 0,7-19 0,-5-11 0,-3 2 0,3 0 0,0 0 0,-2 5 0,-1-1 0,-2 24 1349,4-31-1349,4-23 0,0-2 0,-1-5 0,4-3 0,-4 0 0,4 13 0,-8 28 0,8 19 0,1 10-2008,-6-12 0,1 3 2008,4-11 0,1 2 0,-1-1 0,-2-8 0,-1-1 0,0-4 0,3 5 0,1-1 0,-3 5 0,0-5 0,3-1 0,0-19 0,0-14 0,-3-4 0,2 4 4016,-1-5-4016,-2 11 0,3 15 0,-5-9 0,5 29 0,-1-17 0,-3 15 0,2-13 0,-1 4 0,-2 3 0,0 0 0,-1-1 0,2-1 0,1 3 0,0-3 0,0 2 0,4-12 0,-5 12 0,0-21 0,-3 9 0,4-18 0,1-12 0,0-4 0,-6-7 0,-1-4 0,1-2 0,3 3 0,6 3 0</inkml:trace>
  <inkml:trace contextRef="#ctx0" brushRef="#br0" timeOffset="452498">44586 17954 24575,'6'23'0,"9"19"0,-3 3 0,0-1 0,0 3 0,-4-10 0,0 1 0,3 14 0,1-1 0,9 12 0,-4-14 0,-3-25 0,-5-18 0,2 2 0,-1-4 0,8 2 0,11-8 0,-10-2 0,14-8 0,12-11 0,-12 2 0,3-3 0,12-4 0,4-3 0,8-10 0,-4 0 0,-20 16 0,-2 2 0,4-8 0,-7 5 0,-19 15 0,11-10 0,-19 14 0,4-1 0,-8 4 0,0 1 0</inkml:trace>
  <inkml:trace contextRef="#ctx0" brushRef="#br0" timeOffset="453232">44301 18830 20109,'-3'-4'0,"0"7"2096,-12 29-2096,9 14 0,0 4 0,1 4 0,5-11 0,0 0-1080,0 12 1,0 1 1079,0-10 0,0 0 514,0 5 0,0 2-514,0 5 0,0 0 0,0-3 0,0-2 1077,3 20-1077,0-30 0,3-31 0,-2-6 2424,1-3-2424,-2 0 0,3-3 0,4-16 0,12-53 0,-12 37 0,8-33 0</inkml:trace>
  <inkml:trace contextRef="#ctx0" brushRef="#br0" timeOffset="454032">44548 18773 9528,'16'-22'0,"-8"10"5115,8-5-5115,-10 12 2611,5-1-2611,27-1 1539,-6 1-1539,5 4 0,1 1 0,-2 1 2891,8 1 0,0 2-2891,-7 0 0,2-1 0,-2 0 0,-8 1 0,1-3 0,-19 0 0,-5 2 0,3-1 0,0 7 0,3-7 0,-5 7 0,1-7 0,-8 4 0,6-1 0,0 5 0,1 10 0,3 6 0,-6 0 0,-1 2 0,2 0 0,-4 26 0,2-16 0,-1 2 0,-4 10 0,-1-1 0,3-8 0,-1-2 0,-9 33 0,9-28 0,-4 10 0,3-15 0,1 4 0,-4-15 0,4-3 0,-2-3 0,3-7 0,-3-3 0,3-1 0,-8-1 0,6 0 0,-3-3 0,2 0 0,0 2 0,-3-4 0,2 2 0,2-6 0</inkml:trace>
  <inkml:trace contextRef="#ctx0" brushRef="#br0" timeOffset="454465">44395 19625 24575,'-3'3'0,"13"-3"0,-2 3 0,62-3 0,-16 0 0,3 0 0,4 0 0,-1 0-448,3 0 0,-4 0 448,7 0 0,-37 0 220,4-3-220,-22 2 0,3-3 0,-11 4 0</inkml:trace>
  <inkml:trace contextRef="#ctx0" brushRef="#br0" timeOffset="465399">45713 9610 24575,'-10'51'0,"0"0"0,-2 1 0,0 5 0,2-1 0,4 12 0,1 3-759,-1-18 1,-2 4 0,0 1 0,2-1 758,2 12 0,2-1 0,0 4-404,0-4 0,-1 4 0,1 1 0,0-3 404,0-9 0,0-1 0,1-1 0,0 1 0,0 8 0,1 3 0,1-3 0,-1-8 0,0 6 0,0-7 0,0-4 0,0-9 263,0-20 0,0-19 0,0-2 0</inkml:trace>
  <inkml:trace contextRef="#ctx0" brushRef="#br0" timeOffset="466065">45531 9882 24575,'-6'13'0,"-9"21"0,-4-1 0,-2 10 0,-1-7 0,8-11 0,2 19 0,2-20 0,1 17 0,6-28 0,-3 7 0,5-10 0,-2 1 0,3-7 0,0-2 0</inkml:trace>
  <inkml:trace contextRef="#ctx0" brushRef="#br0" timeOffset="466699">45722 9763 24575,'21'52'0,"-2"-17"0,4 3 0,7 11 0,1-1 0,-2-7 0,-1-3 0,25 13 0,-31-33 0,-5-14 0,-2-1 0,-5-3 0,2 0 0,-9 0 0,0 0 0</inkml:trace>
  <inkml:trace contextRef="#ctx0" brushRef="#br0" timeOffset="469648">45657 9670 24575,'-19'2'0,"-1"2"0,-10 16 0,-1 4 0,-17 21 0,21-17 0,0 4 0,-13 22 0,0 2 0,10-18 0,-1 2 0,2 4 0,-1 4 0,0-3-476,-3 2 0,0 1 476,0 7 0,0 6 0,1-4 0,-5 1 0,2-2 0,-1 11 0,5-6 0,2-7 0,14-28 0,5-3 0,7-20 0,3 0 0</inkml:trace>
  <inkml:trace contextRef="#ctx0" brushRef="#br0" timeOffset="470716">45730 9790 24575,'9'6'0,"-2"0"0,29 21 0,-1 3 0,13 12 0,-22-14 0,-1 2 0,17 23 0,-5-1 0,-9-11 0,-18-27 0,-1 3 0,4 4 0,1 6 0,-3-5 0,-2-6 0,-6-7 0,0-3 0,0 3 0,-3-5 0,0-2 0</inkml:trace>
  <inkml:trace contextRef="#ctx0" brushRef="#br0" timeOffset="473365">45569 11511 24575,'-11'43'0,"0"0"0,2-4 0,1 2 0,-6 8 0,0 3 0,2-2 0,-2 4 0,0 0 0,-2 4 0,1-1-720,-2 12 0,-2 2 720,1-6 0,-1 4 0,1-6-1553,-1-6 1,0-3 1552,-2 8 0,0-4 0,-5 7 233,-3-4 0,-1 4-233,8-14 0,-2 3 0,-6 6 0,-5 5 0,1-4-975,-3 3 0,1-3 975,9-11 0,-1 0 0,1-7 0,1-10 0,-2 0-154,-8 13 1,-4 7 0,0-2 153,9-12 0,2-2 0,-6 4 0,-2 2 0,-6 4 0,-2 3 0,1 0 0,3-4-1,3-1 0,2-2 0,1-1 0,-4 3 1,0 0 0,-3 3 0,-2 0 0,2-1 0,1-3-801,0 1 0,2-3 0,0-1 1,-1 2 800,-1 2 0,-1 0 0,0 2 0,-3 1 0,0-1 0,-3 1 0,-1 2 0,-1-2 0,2-1-218,-7 3 0,2-2 1,-1 1-1,-5 3 218,14-12 0,-4 3 0,-1 2 0,-1 0 0,-1 0 0,2-3 0,3-2-503,-7 3 1,2-3-1,1-2 1,0 0 0,-2 1 502,-5 4 0,-3 0 0,1 1 0,0-2 0,2-3 0,-2 1 0,3-3 0,-1-1 0,-5 1 0,6-6 0,-3 1 0,-2 0 0,-2 0 0,1-1 0,2 0-176,4-3 1,2 0 0,0 0-1,-1-1 1,-3 1 0,-3 0 175,-1-1 0,-4 0 0,-2 1 0,-2 0 0,-1 0 0,-1 0 0,2-2 0,1 0 0,4-2 0,0 0 0,1-1 0,-1-1 0,1 0 0,0 0 0,0-1 0,1-1-94,-6 2 1,1-1 0,0-1 0,0 0 0,1 0 0,0-1 0,0 0 93,3-1 0,0 0 0,0 1 0,1-2 0,1 0 0,2-1 0,3-1 92,-17 2 0,5-1 1,1-1-1,-1 0-92,9-2 0,-1 1 0,0 0 0,-1 0 0,0-2 0,-3 0 0,-2-1 0,0-1 0,0 0 0,0 1 45,2-1 0,-1 0 0,1 0 1,1 0-1,2-1-45,-5 0 0,1 0 0,3-1 0,4-1 0,-1-1 0,4-1 0,8 0 2247,-23 1-2247,34-6 4230,14 0-4230,18-5 2035,4-5-2035,2-8 5676,0 4-5676,0 0 0,0 8 0,0 0 0,0-3 0,2 2 0,-1 1 0,2 4 0</inkml:trace>
  <inkml:trace contextRef="#ctx0" brushRef="#br0" timeOffset="474031">37643 16776 24575,'-17'48'0,"-3"-7"0,1 20 0,-5-7 0,1 0 0,7-18 0,0-1 0,-7 9 0,0 4 0,7-21 0,-17-2 0,14-8 0,-16 6 0,20-14 0,-1 9 0,4-2 0,3 2 0,3-3 0,6-3 0,-3 0 0,11 2 0,27 17 0,-5-7 0,4 1-899,1-4 1,2 1 898,19 11 0,-2-2 0,-2-6 0,2 0 0,4 0 0,-14-7 0,1 0-93,1 0 1,4 2-1,-1 0 93,17 8 0,-2-2 0,-9-4 0,-5-1 0,4 4 0,-28-19 0,-20-4 0,3-2 0,-6 0 0,0 0 0</inkml:trace>
  <inkml:trace contextRef="#ctx0" brushRef="#br0" timeOffset="478231">21555 13296 24575,'-24'44'0,"0"1"0,-9 12 0,-6 8 0,-1-1 0,8-14 0,0-1 0,-1 1 0,1-1-666,-8 15 0,1-2 1,-1 1 665,-4 1 0,0 0 0,8-5 0,11-5 0,5 2 0,-4 2 0,0 6 0,3 0 0,6-1 0,4 0 0,1 1-1542,1 2 1,2 0-1,2-1 1542,3-3 0,2-1 0,4-2 0,1-8 0,2-1 0,4 4-218,1 5 0,1 4 1,5 3-1,3-2 218,3-9 0,4-1 0,3 1 0,-1-1 0,-2 0 0,-2 7 0,-3 0 0,1 0 0,7 0 0,1-9 0,5 2 0,3 0 0,1-1 0,0-3 0,-4-5 0,11 11 0,-2-7 0,9 5-538,-12-13 0,5 3 0,4 3 0,2 1 0,3 0 0,1-2 0,2-2 538,-4-6 0,3-1 0,1-2 0,1-1 0,2 1 0,2-1 0,1 1 0,2 1-249,-8-4 1,1 1 0,1 0 0,2 0 0,1 1 0,0 0 0,2 0 0,1-1 0,1 0 0,1-1-1,0 0 249,-7-4 0,2-1 0,1 0 0,1 0 0,1-1 0,1 0 0,0 0 0,0 0 0,1 0 0,0-1 0,-1 0 0,0 0 0,-1 0 0,-1 0-75,2 0 1,0 1 0,0-1 0,-1 0 0,1 0 0,-1 0 0,0-1 0,0 0 0,0 0 0,0 0 0,0-1 0,0 0 0,0 0 74,4 0 0,0 0 0,0 0 0,1 0 0,-1-1 0,0-1 0,0 1 0,-1-1 0,0 0 0,-1 0 0,-1 0 0,-1-1-118,5 3 0,-1-1 0,0 0 0,-1 0 0,-1-1 0,-1 0 1,0 0-1,-1-1 0,-1-1 0,0-1 118,6 2 0,-2-2 0,-2-1 0,-1 0 0,1-1 0,2 1 0,1-1 0,4 1-22,-13-2 1,2-1 0,2 1 0,1 0 0,1 0 0,0 1 0,1-2 0,0 1 0,0-1 0,-2 0 0,0-2 0,-2 0 21,4 1 0,-1-2 0,-2 0 0,0-1 0,0-1 0,0 1 0,0-1 0,3-1 0,1 1 0,3 0 0,-9-1 0,3 0 0,3 0 0,1 0 0,1 0 0,1-1 0,0 1 0,0-1 0,0 0 0,-2-1 0,-1 0 0,-1-1 0,-3 0 0,-3-1 0,13 0 0,-4-1 0,-2-1 0,-1 0 0,-2-1 0,0-1 0,0 0 0,1 0 0,1-1 0,3 0 0,2-1 0,1 1 0,0-1 0,-1-1 0,-1 0 0,-2-2 0,-2 0 0,-4-2 0,7-2 0,-3-1 0,-4-2 0,-1 0 0,0-3 0,2 0 114,3-3 0,0-1 0,0-2 0,1-1 0,-1-3 0,0-1-114,-7 1 0,1-2 0,-1-1 0,1-1 0,-1-2 0,0-1 0,0-1 0,2-2 0,1-3 0,-1-1 0,0-1 0,-1 0 0,-2 2 0,-3 0 40,7-3 0,-3 1 0,-2 0 0,-1-1 0,0-2-40,-8 4 0,1-3 0,-1-2 0,-2 2 0,-5 1 0,-6 5 0,-1-3 0,-8 3 0,2-2 446,15-11 0,3-3 0,-7 4-446,-5-3 0,-7 3 1564,-3 3 1,-4 2-1565,7-14 0,-7-6 0,-3 17 0,-5-20 2659,1 1-2659,-11 13 0,-4-7 0,0-7 0,-2-8 0,-3-3 591,-5 9 1,-3-3 0,-2-2 0,-3-2-592,2 12 0,-2-4 0,-2-1 0,-1 0 0,1 2 0,0 5-540,-2-9 0,0 4 0,0 2 0,-5 0 540,0 5 0,-4 0 0,-1-1 0,-1 4 0,3 4 0,-2-4 0,1 5 0,-6-3-517,2 8 1,-3-2 0,-5-3 0,-2-1 0,-2 1 0,0 0 516,2 3 0,-2 1 0,-1-1 0,-2 1 0,-1-1 0,-4 1 0,-2 0-306,6 7 1,-3 0 0,-3 0 0,-1-1-1,-2 1 1,0 1 0,-1-1 0,0 2-1,2 1 1,0 1 305,-7-5 0,0 1 0,1 1 0,0 1 0,-1 1 0,0 1 0,-1 1 0,-2 0-135,3 3 0,-2 1 0,-2 0 0,0 1 0,0 0 0,0 2 0,3 1 0,2 1 0,4 3 135,-13-6 0,7 4 0,1 2 0,-3 0 0,-7-1-37,16 5 1,-4-1 0,-2 0-1,-3-1 1,-2 1 0,-1-1 0,-1 2-1,-1 0 1,1 1 0,1 1 36,5 3 0,0 1 0,0 0 0,0 2 0,-1 0 0,-1 1 0,0-1 0,-1 1 0,-2 0 0,-2 0 0,-1-1-33,6 1 0,-1 0 1,-3-1-1,0 1 1,-2 0-1,0-1 1,-2 1-1,0 0 1,0 0-1,-1 0 0,1 1 1,0-1-1,0 2 1,0-1-1,2 2 33,0-1 0,0 1 0,0 1 0,0-1 0,0 1 0,-1 1 0,1-1 0,0 1 0,0 0 0,1 0 0,0 1 0,0 0 0,1 0 0,1 0 0,1 1 0,-4 0 0,1 0 0,0 0 0,1 1 0,0 1 0,1-1 0,0 1 0,1 0 0,0 0 0,0 0 0,2 0 0,0 0 0,0 0 0,-11 0 0,1-1 0,1 1 0,0-1 0,1 1 0,1 0 0,1 1 0,0-1 0,2 2 0,2-1 23,-6 2 1,4 0 0,1 1 0,1 0 0,0 0-1,-1 1 1,0 0 0,-3 1-24,7-1 0,-1 0 0,-2 1 0,0 0 0,0 0 0,-1 1 0,2 0 0,0 0 0,1 1 0,3 0 0,-5 2 0,1 1 0,2 0 0,1 1 0,1 0 0,-1 0 0,0 0 0,0 1 0,-2-1 0,-2 0 0,0 0 0,0 0 0,1 1 0,2-1 0,2 1 0,3 1 0,-12 2 0,4 1 0,3 0 0,2 2 0,-1 1 0,-1 4 0,-1 2 0,2 2 0,4-2 0,6-3 0,4-3 0,6-1 0,-3 2 0,-6 6 0,-5 5 0,5-1 0,13-3 2123,1 11-2123,-1 0 793,17-10 1,20-24 0,1-2 0</inkml:trace>
  <inkml:trace contextRef="#ctx0" brushRef="#br0" timeOffset="480848">20943 18123 8191,'-39'26'0,"-1"1"0,-4 6 0,-5 3 1258,-2-3 0,-6 1 0,-1 1-1258,0 5 0,-1 1 0,-5 2 0,13-11 0,-3 0 0,-3 2 0,0 0 0,1 2 12,-2 2 0,0 2 0,-1 0 0,0 1 1,-3 1-13,4-3 0,-2 1 0,-1 0 0,0 0 0,0 1 0,3 0 0,2 0 0,0 0 0,2 0 0,0 0 0,2 0 0,1-2 0,0 0 0,1-2 0,2 1 0,1-1 0,1 3 0,-8 10 0,1 2 0,4 0 0,5-2 604,4 3 0,6-2 0,3 0-604,4-5 0,2-1 0,4-1 0,2 13 0,6-5 0,3 4 0,9-4 4826,-4 10-4826,11-26 0,4 3 0,2 10 0,3 6 0,3 1-536,5 2 1,2 1-1,1 1 536,0 3 0,0 1 0,2-1 0,4-2 0,2-2 0,-1-5 0,1 2 0,3-3 697,-5-9 0,3 2 0,2 1-697,5 3 0,4 2 0,3 1 0,-1-3 0,3 2 0,1 0 0,-2-1-624,-4-5 1,0-1 0,-1-1 0,0-1 623,-2-4 0,1-1 0,-1-1 0,-1-3-909,5 5 1,-1-3-1,2-1 909,10 5 0,3 0 0,-2-2 0,-10-7 0,0-1 0,6 2 0,-4-5 0,6 4 0,4 0 0,3 1 0,0-2 0,-1-2 0,-2-3 0,0-3 0,1-1 0,0 0 0,1-1 0,1 2-310,4 3 0,2 0 0,0 0 0,1 1 0,1-2 0,0-1 310,-8-4 0,3 1 0,1-2 0,-1 0 0,-2-1 0,-3-2 0,-5-2 0,5 1 0,-7-3 0,0-1 0,9 0-311,-3-2 0,9 0 1,4-1-1,1-1 0,-1 1 1,-6-2-1,-7 1 311,13 1 0,-9-1 0,13 0-101,-23-2 1,6 0 0,7 0-1,5 1 1,2-1 0,2 0 0,0 0-1,-2 0 1,-2-1 0,-5 0 100,3 0 0,-3-2 0,-1 1 0,-1-1 0,0 0 0,1 0 0,0 0 0,3 1-78,0 0 0,1 1 0,2 0 1,0 0-1,1 0 0,0 0 1,-1 0-1,1-1 0,-2 0 78,-1-1 0,2 0 0,0-1 0,0 0 0,-2 0 0,0 0 0,-3-1 0,-3 2 0,-3-1 0,13 2 0,-6-1 0,-2 1 0,-1 0 0,4-1 0,0 0 0,2-1 0,1 0 0,1 0 0,-2 0 0,-2-1 52,2 1 0,-3 0 0,-1 0 0,4 0 1,6 0-53,-14 1 0,4-1 0,3 1 0,3 0 0,1 0 0,2 0 0,-1 0 0,0 0 0,-1 1 0,-7-1 0,1 1 0,-1-1 0,1 1 0,0 0 0,0 0 0,1 0 0,0 0 0,1 0 0,0 0 0,-1 0 0,1 0 0,0-1 0,1 1 0,1 0 0,-1-1 0,1 1 0,-2 0 0,0 0 0,-1 0 0,-1 0 0,6 1 0,0 0 0,-2 0 0,0 0 0,-1 0 0,0 1 0,-2-1 0,0-1 0,-1 1 0,1-2 0,-1 1 0,-1-1 0,-1 0 0,0 0 0,-2-1 0,0 2 0,-1-1 0,12 1 0,-3 1 0,-1 0 0,0 0 0,0 0 0,1 0 0,-9-1 0,1 1 0,0-1 0,0 0 0,0 1 0,0 0 0,1 0 8,0 1 0,0 0 1,0-1-1,0 2 1,1-1-1,2 1 1,1-1-9,0 1 0,1 1 0,0-1 0,2 1 0,1 0 0,2 0 0,1 0 0,1 0 0,-10-1 0,2 0 0,1 0 0,1 0 0,0 1 0,2-1 0,1 0 0,0 1 0,0 0 0,0-1 0,1 1 0,-6 0 0,1-1 0,0 1 0,1 0 0,1 0 0,0 1 0,0-1 0,0 0 0,-1 0 0,1 0 0,-1 1 0,-1-1 0,-1 0 0,2 0 0,0 0 0,-1 0 0,0 0 0,0 0 0,-1 0 0,0 0 0,0 0 0,-1 0 0,0 0 0,0 0 0,-1 1 0,8 0 0,2 1 0,0 0 0,-1 0 0,0 0 0,-2-1 0,-2 1 0,-3 0 0,-3-1 0,-5-1 108,17 3 0,-9-1 0,-3-1 0,2 0 0,6 1-108,-8 0 0,4-1 0,3 1 0,2 0 0,1-1 0,0 1 0,-2-1 0,-1 0-45,-5-1 0,-3-1 0,0 0 1,0 0-1,1 0 0,0-1 1,3 1-1,3 0 45,-6 0 0,2 0 0,3 1 0,1-1 0,1 0 0,1 1 0,-1-1 0,1 0 0,-2 0 0,-1-1 0,-2 1 0,7-1 0,-1 0 0,-1-1 0,-1 0 0,0 0 0,-1 0 0,-1 0 0,-1 0 0,-1-1 0,0 1 0,-1 0 0,0 0 0,-2-1 0,0 1 0,-2-2 0,-1 0 0,-3 0 0,7-2 0,-3-1 0,-1-1 0,-2 0 0,-1 0 0,-1-1 0,4 0 0,-2-1 0,-2 0 0,2-1 0,2-2 47,0-2 0,2-2 0,1-1 0,0-1 0,0 0 0,-2 0-47,5 0 0,-2 0 0,0-1 0,2 0 0,2-2 0,-6 1 0,4-2 0,2 0 0,0-1 0,-1 0 0,-3 0 0,-5 2 69,3-2 0,-4 1 0,-3 0 0,0 0 0,2-1-69,5-2 0,3-2 0,-1 0 0,-4 1 0,-6 2 0,-2-1 0,-6 3 0,3-4 0,6-4 0,5-3 0,1-2 0,-3 2 423,6-2 1,-3 1-1,5-5-423,-19 8 0,4-4 0,2-2 0,0-1 0,0-1 0,-3 0 0,7-5 0,0-2 0,-2 0 0,-1-1 0,-2 0 0,-7 3 0,-1 0 0,-1 0 0,-2-1 0,0 0 0,6-7 0,-1-2 0,-3 1 0,-4 2 0,-3-3 0,-5 2 0,-2-1 460,1-4 1,-2 0 0,-4 1-461,3-9 0,-10-2 0,-16 5 0,-8-4 0,-7 5 0,-12 1 0,-9 3 17,2 2 0,-5-3 0,-4 3-17,-3 6 0,-3 2 0,-3-2 0,6 4 0,-2-1 0,-2-1 0,-3-1-56,-2 2 0,-3-1 0,-2 0 0,-2-1 0,0 1 56,5 5 0,-1 1 0,-1-1 0,-1 1 0,-1 0 0,0 0 0,2 2 0,-3-1 0,0 0 0,-1 0 0,2 2 0,1 2 0,4 1 0,-14-5 0,5 3 0,0 2 0,-3-2 0,8 5 0,-3-2 0,-1-1 0,0 2 0,3 2 0,5 4 0,-9-2 0,6 5 0,-7-3-288,8 1 0,-4-2 0,-4-1 0,-2-1 1,-2 2-1,0 1 288,4 4 0,-1 1 0,-1 1 0,-1 1 0,-1 0 0,-3 0 0,-1 0 0,4 1 0,-2 1 0,-2-1 0,-2 1 0,0 0 0,0 0 0,0 0 0,0 1 0,1 0-48,3 1 1,1 0-1,0 0 1,0 0-1,0 0 1,-1 1-1,1 1 1,-1-1 0,0 1 47,-3 1 0,-2 0 0,-1 0 0,0 1 0,1 0 0,1 0 0,2 1 0,2 0 0,5 0-118,-14-1 1,7 1 0,2 0 0,-3 0 0,-7 0 117,13 1 0,-5 0 0,-4 0 0,-1 0 0,-2 0 0,-1 0 0,0 0 0,1 1 0,3-1 0,4 1 0,1 1 0,1-1 0,0 1 0,0 0 0,-1-1 0,-1 1 0,-3-1 0,-2 0 0,8 1 0,-2-1 0,-1 0 0,-3 0 0,0 0 0,-1 0 0,-1-1 0,0 1 0,0 0 0,1 0 0,1 0 0,0 0 0,3 1-48,-6-1 1,1 0 0,0 1 0,0-1-1,1 1 1,0 0 0,2 0 0,-1 0 0,2 0-1,1 0 1,0 0 47,-6-1 0,2 1 0,0-1 0,1 1 0,1 0 0,1-1 0,1 2 0,1-1 0,0 1 0,-7-1 0,0 1 0,2 1 0,1-1 0,1 1 0,2 0 0,1 0 0,1 0 0,4 0 0,1 1 0,-1 0 0,-1-1 0,-5 2 0,0-1 0,-2 1 0,-4 0 0,-1 0 0,-1 0 0,0 0 0,2 1 0,2-1 0,6 0 0,2-1 0,2 1 0,-1 0 0,0 0 0,-1 0 0,-3 0 0,-3 1-27,5-1 1,-4 1-1,-3-1 1,-1 1-1,-2 0 1,0 0-1,1 0 1,0 0-1,2 0 1,3-1-1,2 1 27,-5-1 0,2 0 0,2 1 0,2-1 0,1 0 0,-1 0 0,-1 0 0,-2 1 0,3-1 0,-3 1 0,0 0 0,0 0 0,-1 0 0,2 0 0,0 0 0,2 0 0,2 0 0,-3 0 0,3 0 0,1 0 0,1 1 0,0-1 0,-3 0 0,-2 0 0,1 0 0,-2 0 0,-1 0 0,-2 0 0,-1 0 0,0 0 0,0 0 0,2 1 0,0 0 0,-2 0 0,1 1 0,2 1 0,-1-1 0,0 1 0,-2-1 0,-1 1 0,-4-1 0,14-1 0,-2 0 0,-2-1 0,-1 1 0,-1 0 0,-1-1 0,0 1 0,0-1 0,0 1 0,1-1 0,1 1 0,1 0 0,-7 0 0,-1 1 0,0 0 0,1 0 0,0 0 0,1-1 0,1 1 0,1 0 0,2-1 0,1 0 0,-4 0 0,2-1 0,2 1 0,2-1 0,-1 0 0,1 0 0,-1 0 0,0 0 0,-3 0 0,-2 1 0,-1-1 0,1 0 0,0 0 0,4 0 0,2 0 0,5-1 47,-4 1 1,7-1 0,2 0-1,-2 0 1,-7-1-48,7 1 0,-3 0 0,-3 0 0,-3 0 0,-2 0 0,0 0 0,-1 0 0,0 0 0,2 0 0,-2 0 0,0 1 0,0-1 0,0 0 0,-1 0 0,-1 0 0,-1 0 0,-1 0 0,-1-1 0,9 1 0,-1-1 0,-3 1 0,0-1 0,-2 0 0,1 0 0,0 1 0,0-1 0,2 0 0,1 0 0,3 1 0,2-1 0,-9 1 0,3 0 0,2-1 0,1 1 0,2 0 0,-1 0 0,1 0 0,-2-1 0,-2 0 0,-2 1 0,-1-1 0,0 0 0,3 0 0,1-1 0,5 1 0,5 0 253,-12-1 1,9 0 0,1 0-1,-7 0-253,2 0 0,-6 1 0,-3 0 0,0-1 0,2 0 0,3 0 0,3-1 0,3 0 0,1-1 0,-1 1 0,-3-1 0,0 0 0,-3 0 0,-3 0 0,3-1 0,3 2 0,7-1 0,-11 0 0,9 1 0,0-1 0,-1-3 0,0 0 0,12 2 2210,3 4-2210,16-7 3744,21 4-3744,-4 0 0,11 1 0,0 3 0</inkml:trace>
  <inkml:trace contextRef="#ctx0" brushRef="#br0" timeOffset="487765">25770 14516 24575,'-4'38'0,"2"28"0,7-5 0,0-16 0,1 2 0,2-3 0,2-3 0,8 25 0,-5-10 0,-6-36 0,-2-12 0,-1-2 0,2 8 0,4 7 0,-5-2 0,1-2 0,-6-12 0</inkml:trace>
  <inkml:trace contextRef="#ctx0" brushRef="#br0" timeOffset="488348">25757 14578 24575,'-19'10'0,"-6"5"0,-10 26 0,5-11 0,-5 12 0,21-28 0,8-5 0,-1 5 0,1-6 0,-1 5 0,1-7 0,2 0 0,-1-2 0,4-2 0,-1-2 0</inkml:trace>
  <inkml:trace contextRef="#ctx0" brushRef="#br0" timeOffset="488881">25701 14505 24575,'31'17'0,"2"3"0,15 20 0,1-4 0,7 7 0,-28-18 0,0 0 0,27 19 0,-15-2 0,-16-18 0,-13-15 0,-7-6 0,-2-3 0</inkml:trace>
  <inkml:trace contextRef="#ctx0" brushRef="#br0" timeOffset="489583">25705 15225 24575,'6'0'0,"8"0"0,11-3 0,6-8 0,14-8 0,-7-11 0,3-11 0,-19 18 0,-6 1 0</inkml:trace>
  <inkml:trace contextRef="#ctx0" brushRef="#br0" timeOffset="490281">25986 15586 24575,'0'43'0,"0"-20"0,0 27 0,0-12 0,0 18 0,3-13 0,-2-12 0,1-23 0</inkml:trace>
  <inkml:trace contextRef="#ctx0" brushRef="#br0" timeOffset="490665">25914 15357 24575,'0'0'0</inkml:trace>
  <inkml:trace contextRef="#ctx0" brushRef="#br0" timeOffset="490881">25903 15418 8191,'-3'28'0,"2"2"5063,-2-8-5063,3-3 2818,0-10-2818,0 6 429,-3-2 1,2-1 0,-2-6 0</inkml:trace>
  <inkml:trace contextRef="#ctx0" brushRef="#br0" timeOffset="491415">25978 15290 24575,'27'39'0,"0"0"0,13 8 0,-16-5 0,-1 2 0,-3-7 0,0-1 0,1 6 0,-1-1 0,12 25 0,-24-41 0,-6-14 0,-2-7 0,0 1 0</inkml:trace>
  <inkml:trace contextRef="#ctx0" brushRef="#br0" timeOffset="492065">25465 16949 24575,'6'2'0,"3"7"0,6 4 0,-2 2 0,2 0 0,-4-6 0,-4 3 0,4-8 0,-1 4 0,26 1 0,0-10 0,5-5 0,14-7 0,1-5 0,-2-2 0,-4-3 0,-11 2 0,-7 0 0,-10-1 0</inkml:trace>
  <inkml:trace contextRef="#ctx0" brushRef="#br0" timeOffset="499064">39696 9918 24575,'13'0'0,"-2"0"0,20 0 0,43 0 0,-23-7 0,7-4 0,11-1 0,8-2 0,-3-1-1223,-18 3 1,-2-1 0,0 0 1222,6-3 0,0 1 0,-2 1 0,11 3 0,-10 3 806,-7-2-806,18 2 0,-61 6 0,-7 2 0</inkml:trace>
  <inkml:trace contextRef="#ctx0" brushRef="#br0" timeOffset="499598">40556 9618 24575,'32'31'0,"19"11"0,-20-16 0,1 1 0,4 0 0,2-1 0,1-1 0,-1-2 0,16 10 0,2 6 0,-35-21 0,-7-1 0,-8-2 0,-3 11 0,-17 25 0,1-14 0,-4 2 0,-14 13 0,-2-1 0,12-17 0,1-2 0,-26 25 0,38-51 0,-1-1 0,2-4 0,-2 2 0,6-3 0,0 0 0</inkml:trace>
  <inkml:trace contextRef="#ctx0" brushRef="#br0" timeOffset="503198">43085 8274 24575,'15'25'0,"-2"-5"0,-5-6 0,-1 1 0,7 4 0,5 8 0,2 4 0,3 6 0,9 12 0,2 6-1065,-10-7 0,0 2 1,0 0 1064,8 17 0,-2-2 0,-6-4 0,-4-3-101,-6-12 1,-1 0 100,0 16 0,0 7 0,-4-10 0,1 3 0,-1 2-255,2 4 1,1 0-1,-2 0 255,-2-6 0,-1-2 0,0-2 0,6 11 0,-1-9 0,-7-10 0,-1-18 0,-5-25 0,0-5 0</inkml:trace>
  <inkml:trace contextRef="#ctx0" brushRef="#br0" timeOffset="503831">43314 9339 24575,'46'38'0,"-7"4"0,0 9 0,-12-9 0,-1 3 0,1 0-1786,12 14 1,-2 0 1785,-7 9 0,-6-3 0,-10-26 0,-1-1 0,9 12 0,-1 3 0,-6-2 0,1 1 557,6 1 1,-1-2-558,1 20 585,2-16-585,-17-41 0,-1-8 0,3-22 1871,-1 2-1871,5-32 0,-4 4 0,1-6-393,0-6 1,0-6 0,0 0 392,0 1 0,-1 1 0,-1-4 0,-1 4 0,-1-3 0,0 0 0,-2 3 0,0 1 0,-2 3 0,-1 4 0,-1-7 0,0 6 0,0-14 0</inkml:trace>
  <inkml:trace contextRef="#ctx0" brushRef="#br0" timeOffset="511365">40351 9974 24575,'0'25'0,"0"30"0,-3-6 0,3 21 0,-3-44 0,3 0 0,0-14 0,0-3 0,0 5 0,0 7 0,0 12 0,0 16 0,0-10 0,6 29 0,-5-23 0,-1 3 0,6 6 0,1 3 0,-4 15 0,-1 0-815,1-13 0,1-2 815,-2-4 0,-1-2 0,-1 23 0,3-30 0,0-1 0,-1 25-242,7-11 1,0 6 241,-7 2 0,-1 5 0,4-4 0,3 5 0,-3-3-816,-3-14 1,-3-2-1,2 0 816,3 20 0,-1-4 0,-3-19 0,0-4 0,0-6 0,0 0 0,0 9 0,0 2 0,3 2 0,0-1 0,-3-12 0,1-2 0,4 27 0,-5-21 1377,5 26-1377,-4-22 227,2-11 0,-1 3-227,-1 0 0,-2-1 0,-4 23 0,3-1 0,-3-3 2729,-1-6-2729,5 1 0,1 7 0,-5 5 0,-1 2-884,3-15 1,0 1 0,1 1 883,0 2 0,0 1 0,-1-5 0,0 0 0,-1-1 0,0 22 0,1-2 0,2-26 0,0 1-71,-1 4 0,-1 3 0,1-1 71,2 9 0,0 0 0,0 13 0,0-4 0,3-3 0,-3-6 0,3-49 0,-3 1 0,0 25 0,0-11 2619,0 12-2619,0-24 61,3-10 0,-3-2 0,3-5 0</inkml:trace>
  <inkml:trace contextRef="#ctx0" brushRef="#br0" timeOffset="512131">40415 10002 24575,'-6'2'0,"-4"12"0,-7 21 0,-2 24 0,-5 9 0,12-30 0,1-1 0,-3 5 0,-5 1 0,12-26 0,1-2 0,3-7 0</inkml:trace>
  <inkml:trace contextRef="#ctx0" brushRef="#br0" timeOffset="513031">40282 10196 12513,'-9'6'0,"2"5"4712,1-4-4712,1 5 2097,4-6-2097,-4 2 1171,4 2-1171,-7 4 4082,7-1-4082,-8-1 0,4 13 0,-2-12 0,-2 18 0,-13 24 0,3-13 0,2 3 0,0-1 0,1-9 0,0 14 0,13-38 0,-3 3 0,6-11 0,-3 0 0</inkml:trace>
  <inkml:trace contextRef="#ctx0" brushRef="#br0" timeOffset="513548">40368 10237 24575,'-4'5'0,"24"53"0,11 0-2616,-8-4 0,2 4 2616,3-6 0,2 1 0,-5-11 0,1 1 0,1 2 48,6 9 0,1 3 1,1 0-49,-1 0 0,0-1 0,1-1 0,-3-8 0,0-1 0,-3-3 0,-2 6 0,-5-8 0,2-14 284,-12-13 1,-10-11 0,3 0 0</inkml:trace>
  <inkml:trace contextRef="#ctx0" brushRef="#br0" timeOffset="517365">40173 10262 24575,'-6'0'0,"0"0"0,3 3 0,-8 3 0,-13 20 0,-13 2 0,-13 15 0,20-13 0,1-2 0,-10 6 0,4 10 0,23-32 0,9-3 0,0-3 0,47 34 0,-28-23 0,31 24 0,-35-30 0,-6-4 0,3 2 0,3 2 0,-5-1 0,4 5 0,-5-9 0,-2 0 0,-2-6 0</inkml:trace>
  <inkml:trace contextRef="#ctx0" brushRef="#br0" timeOffset="524848">39026 18651 24575,'5'26'0,"-2"40"0,-8-19 0,-3 3 0,1 2 0,-1 2 0,-4 4 0,-1-5 0,-6 0 0,-3-11 0,-1-4 0,5-3 0,-4 3 0,-1 1 0,-9 3 0,12-12 0,-9 5 0,20-23 0,-5 0 0,1-3 0,-8 3 0,-9 4 0,9-5 0,-11 4 0,19-11 0,-15 7 0,8-4 0,-7 6 0,4-4 0,9 0 0,5-6 0,10 0 0,2-8 0,0 3 0,-3-3 0</inkml:trace>
  <inkml:trace contextRef="#ctx0" brushRef="#br0" timeOffset="525315">38428 19086 24575,'6'24'0,"0"0"0,-6 34 0,5 11 0,-1-7 0,0 7-1998,2 6 0,1-2 1998,0-11 0,0-2 0,-4-2 0,2-7 0,10 1 1236,-10-23-1236,10-3 653,2-10-653,0-4 0,9 1 0,-5-7 2107,-5-3-2107,22 2 0,2-4 0,4 0 0,1 2 0,3-1 0,0-2 0,4-2 0,-1-3 0,19-7 0,-3-2-1355,-20 5 0,-1-2 1355,14-8 0,-7 0 0,-14-1 0,2 5 0,-21 6 0</inkml:trace>
  <inkml:trace contextRef="#ctx0" brushRef="#br0" timeOffset="528232">22379 18548 24575,'-11'42'0,"0"-1"0,0 8 0,1 6 0,-1 1 0,-2 0 0,0 2 0,0 4-1967,3-5 1,0 5 0,1 2 0,-1 0 0,1-4 1938,-2 0 1,1-3-1,0 0 1,0 1 27,-2 11 0,-1 2 0,0 2 0,2 0 0,1-9 0,1 2 0,0 0 0,1-1 0,0-2 0,-2 5 0,0-3 0,1 1 0,1 4 0,2-8 0,-1 4 0,2 2 0,0 0 0,3 1 0,2-1-309,3 0 1,1 0 0,3 0 0,2 1 0,2 0 0,2 1 308,2-2 0,3 1 0,2 0 0,1 2 0,1-2 0,1 0 0,0-1 0,-1-5 0,-1 0 0,2-1 0,0-1 0,1 0 0,2-2 0,2 0 0,3 0 0,4 1 0,1-1 0,1-2 0,-1-2 0,0-4 0,-3-4 0,3 3 0,-3-7 0,2-2 0,6 3 0,4 2 0,7 3 0,4 2 0,2-1 0,1-2 0,0-2 0,-2-5 0,0-2 0,2-2 0,1-1 0,3 2 0,4 1 0,-14-8 0,2 1 0,3 2 0,1 0 0,1 0 0,2 0 0,0-1 0,1-1 0,-1-1 0,1-1-149,2-2 0,2 0 0,1-1 0,0-1 0,1-1 0,0-1 0,-1-1 0,-2 0 0,-1-2 0,-2 0 149,8 2 0,-3-1 0,-2-1 0,0-1 0,-1-1 0,1-2 0,3 0-299,-4-3 1,2 0 0,1-1 0,1-1 0,-2-1 0,-1-1 0,-2-1 0,-4-1 298,6 0 0,-5-2 0,-2-1 0,2 0 0,8-1-41,-4 0 0,5 0 0,3 0 1,3-1-1,2 1 0,1-1 1,-1 1-1,0-1 41,-12 0 0,0 0 0,1 0 0,0 0 0,0 0 0,1-1 0,1 1 0,0-1 0,1 1 0,0-1-36,0-1 0,1 1 1,1-1-1,1 0 0,1 0 1,-1-1-1,1 1 0,-1 0 1,0-1-1,0 1 0,-2 0 36,4 0 0,0 0 0,0 0 0,0 0 0,-1 0 0,0 0 0,-1-1 0,1 1 0,-2 0 0,1-1 0,-4 0 0,-1 1 0,0-1 0,0 0 0,0 0 0,-1 0 0,0-1 0,0 1 0,0 0 0,-1 0 0,5 0 0,-3 0 0,0 0 0,0 0 0,0 0 0,2 0 0,1 0 0,2 0 0,4 0 0,-13 0 0,3 0 0,1 0 0,2 0 0,1 1 0,1-1 0,1 0 0,0 0 0,1 0 0,1 0 0,-1 0 0,1 0 0,-1-1 0,-1 1 0,-2 0 0,1-1 0,-1 1 0,1-1 0,0 1 0,0-1 0,0 1 0,1-1 0,0 0 0,0 0 0,0 1 0,0-1 0,1 0 0,0 0 0,0 0 0,-4 0 0,-1 0 0,1 0 0,0 0 0,0 0 0,0 0 0,1 0 0,0 0 0,0 0 0,0 0 0,0-1 0,0 1 0,1 0 0,-1-1 0,0 1 0,1-1 0,-1 1 0,2-1 0,2 1 0,0-1 0,0 0 0,1 0 0,1 0 0,-1 1 0,0-1 0,0 0 0,-1 0 0,-1 0 0,0-1 0,-2 1 0,-1 0 0,-2 0 0,-1 0 0,-3 0 0,12-1 0,-2 0 0,-3 1 0,-2-1 0,-2 0 0,0 0 0,0 1 0,-1-1 0,0 0 0,2 0 0,1 0 0,2-1 0,1 1 0,1 0 0,1-1 0,0 0 0,-1 1 0,-1-1 0,-2 1 0,-1-1 0,-3 1 0,-2 0 75,10 0 1,-4 0 0,-3 0-1,-2 0 1,0 1 0,1-2-1,2 1-75,3-1 0,-1-1 0,1 0 0,1 0 0,1 0 0,2-1 0,2 1 0,-10 0 0,3 0 0,3 0 0,0-1 0,2 1 0,-1-1 0,0 1 0,-2 0 0,-2-1 0,-3 1 0,10-1 0,-3 0 0,-3 0 0,0 0 0,0 0 0,0 0 0,2 0 0,-4-1 0,2 1 0,2 0 0,0-1 0,-2 0 0,-2 1 0,-4-1 0,-6 1 0,14-2 0,-7-1 0,-4 1 0,0 0 279,6 0 1,-2 0-1,7-3-279,-15 1 0,4-2 0,3-1 0,2 0 0,1-1 0,0 1 0,2 1 0,1-1 0,0 1 0,1-1 0,2 0 0,2-1 75,-9 2 0,2-1 0,2-1 0,0 1 0,1-1 0,0 0 0,-2 1 1,0-1-76,-5 2 0,0 0 0,0 0 0,-1-1 0,-1 1 0,0 1 0,0-1 0,-1 1-100,3 0 1,-1 0 0,0 1 0,-1 0 0,0 0 0,-2-1 0,-1 1 99,16-3 0,-2-1 0,-1 1 0,-2-1 0,-1 0 0,-10 2 0,-2 0 0,-1 0 0,0-1 0,2 1 221,5-1 1,0 0-1,1-1 1,1 0 0,1-1-222,-8 1 0,0-1 0,2 0 0,-1-1 0,1-1 0,-1 0 0,2-2 0,1 0 0,1-1 0,-2 0 0,0 0 0,-3 0-16,4 0 0,-2 1 0,-1 0 0,-1-1 0,-3-1 16,6-3 0,-1-2 0,-4 0 0,-5 0 0,13-11 0,-5-4 0,-13 5 0,0-4 0,-3-2 591,-6-2 0,-2-3 0,-1-1-591,3-6 0,-2-1 0,-4-1 0,-10 7 0,-4 0 0,-4 0 1251,1-22 0,-6-1-1251,-5 22 0,-2-1 0,-4 0 162,-4-1 1,-3 0 0,-1-1-163,0-3 0,-1-1 0,-5-3 0,-6 0 0,-5-2 0,-2-2 0,-1 3 0,2 7 0,-1 1 0,-2 1 0,-2-4 0,1 5 0,-2-3 0,-2-1 0,-1-1 0,0 3 0,2 5 0,-5-5 0,1 4 0,-1 2 0,-2-1-399,-6-8 1,-3-1-1,0 2 1,2 5 398,-1 5 0,3 4 0,-3-1 0,8 4 0,-1-1 0,-2-1 0,-2 0-282,0 4 0,-2-1 1,-2 0-1,-2 0 1,-1-1 281,2 3 0,0 0 0,-2 0 0,-1 0 0,-2-1 0,-1 0 0,-1 0 0,-2 0 0,-2-2 0,0 1 0,-1 1 0,1 1 0,1 2-319,-2 0 0,0 1 0,1 2 1,0 0-1,-1 1 0,1 0 319,-2-1 0,-2-1 0,0 2 0,2 0 0,2 2 0,5 3 0,-1 1 0,5 4 0,0 1 0,-7-3-135,7 2 1,-5-2-1,-3-1 1,-2-1 0,0 1-1,-1 0 1,2 1 134,1 2 0,2 1 0,-1 1 0,0 0 0,-2-1 0,-1 0 0,-4-1 0,4 2 0,-2-2 0,-3 0 0,-1-1 0,-2 0 0,0 0 0,1 0 0,0 1 0,2 1 0,2 1 0,-5-2 0,1 2 0,1-1 0,1 2 0,1-1 0,0 2 0,2 0 0,0 0 0,-11-2 0,1 1 0,1 1 0,2 1 0,1 0 0,1 2-51,-2 0 0,2 1 1,2 1-1,-2 1 1,-3 0 50,12 2 0,-2 0 0,-1 0 0,-2 1 0,0 0 0,-3 0 0,0 1 0,5 0 0,0 1 0,-2 1 0,-1-1 0,-1 1 0,-1 0 0,0-1 0,-2 1 0,0-1 0,4 0 0,-2 0 0,-1 0 0,-1 0 0,-1-1 0,0 1 0,0 0 0,1 0 0,0 0 0,1 1 0,1 0 0,-8 1 0,0 0 0,1 1 0,1-1 0,0 2 0,0-1 0,2 0 0,0 1 0,1-1-43,-2 0 1,0 0 0,0-1 0,2 1 0,0 0 0,2 0 0,1 0 0,1 1 42,-11-1 0,2 1 0,2 0 0,1 0 0,1 1 0,1-1 101,7 0 1,1 0 0,2 0 0,-1 0 0,-1 0 0,-4 0-102,6 0 0,-4-1 0,0 1 0,-2 0 0,-1-1 0,1 1 0,2 1 0,1 0 0,-1 0 0,3 1 0,1-1 0,0 2 0,-2-1 0,-1 1 0,-3 0-78,0 0 0,-4 0 1,-3 0-1,-1 1 0,0 0 1,0 0-1,2 0 1,3 1-1,4 1 78,-8 0 0,5 2 0,2-1 0,1 1 0,0 1 0,-2 0 0,3-1 0,-1 0 0,-1 1 0,0 0 0,2 0 0,1 0 0,4 1 0,-5 0 0,3 1 0,2-1 0,0 1 0,-2 1 88,-8 0 1,-2 1 0,0 1-1,-2 0 1,-2 0-89,14-2 0,-2 1 0,-1 0 0,-1 0 0,-1 0 0,0 0 0,-1-1 0,4 0 0,-1 0 0,-1-1 0,0 1 0,-1-1 0,1 0 0,1 1 0,1-1-83,-4 1 0,0 0 0,1 1 0,1-1 0,0-1 0,0 0 0,1-1 83,-7 1 0,-1-2 0,1 0 0,2-1 0,4 0 0,5-1 292,-14 2 0,9-1 1,-3 0-293,7-3 0,-3-1 0,0 0 0,3 0 0,-6 2 0,2-1 0,-8 1 0,15-2 0,-6 0 0,-3 0 0,-3 0 0,-1 1 0,2-1 0,6 1 0,0 0 0,0 0 0,-2 0 0,1 1 0,-2-1 0,0 0 0,-5 0 0,-1 1 0,-1-1 0,-1 0 0,1 0 0,1 1 0,1 0 0,6 0 0,1 0 0,0 1 0,0-1 0,2 1 0,1-1 0,1 0-94,-15 0 0,2-1 0,1 0 0,2 1 1,1 0 93,9 0 0,2 0 0,1 1 0,-2 0 0,-5 1 45,5-2 1,-4 1 0,-1 0 0,-3 0 0,0 0 0,0 2 0,1 0-46,-2 1 0,0 1 0,0 0 0,-1 1 0,0 1 0,-1-1 0,-1 1 0,3-1 0,-1 0 0,-1 0 0,-1 0 0,1 1 0,0 0 0,1 0 0,2 0-122,-2 2 0,1 0 0,1 1 0,1 0 1,1-1-1,0 1 0,2-1 122,-2 0 0,1-1 0,1 1 0,1-1 0,1 1 0,2 0 0,-5 2 0,3 1 0,1 0 0,-1 0 0,0-1 0,-1 0 0,-2-1 0,1 1 0,0-1 0,0 0 211,2 1 0,1-1 0,-1 0 0,0 1 0,-2-1-211,4 0 0,-1 0 0,-1-1 0,0 1 0,-1 0 0,-1 0 0,-4 0 0,-1 1 0,-1-1 0,0 1 0,1-1 0,0 0-54,4-1 0,-1 0 1,1-1-1,0 1 1,1-1-1,0-1 54,-8 2 0,-2-1 0,2 0 0,2 0 0,3-2 0,-1 0 0,2 0 0,4-1 0,3-2 0,4-2 0,4-2 0,-1 1 842,-5 1 0,0 1 0,7 0-842,11-2 0,4-1 3776,-29 2-3776,45-3 0,14-4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8:41:07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17763 12166 24575,'14'0'0,"7"0"0,5 0 0,3 0 0,-10 0 0,1 0 0,-10 2 0,9-1 0,-5 2 0,6-3 0,-4 0 0,1 0 0,-1 0 0,7-3 0,12-2 0,-5 1 0,33-7 0,-15 4 0,-9 0 0,4 0 0,-1 4 0,0-1 0,33-4 0,-28 7 0,-3 1 0,-4-2 0,24-3 0,-15 4 0,24-10 0,-22 5 0,1 0 0,-2-1 0,-2-1-591,-5-1 0,1 0 591,8 2 0,1 0-257,-5-5 1,2-1 256,-1 3 0,4 0 0,-2 0 0,12-4 0,-2-1 0,3 0 0,-6 1 0,-2 7 0,0-9 0,-15 14 0,14-10 0,-13 10 0,2 3 0,-1-4 0,0 1 0,9 2 0,0 0 575,-3-3 0,-3 0-575,-8 2 0,0 1 545,32-6-545,3 1 0,-36 4 0,26-9 0,-25 1 0,28-6 0,-16 4 0,7 0 0,-5 2 0,3 1 0,1 1 0,7-1 0,2 1 0,-3 0-977,12 0 1,-3 0 976,5 0 0,-12 1 0,-32 1-246,9-2 0,3 0 246,12-4 0,-15 4 0,3 1 0,10-2 0,3 1 0,5 0 0,4 0-910,0 2 0,4 0 0,-4 0 910,-1 1 0,1-1 0,-9 1 0,6-2 0,-1 0 0,-9 1 699,0 1 0,-3-1-699,4-2 0,6 0 0,-6-1 227,-1-1 1,-6 1-228,23-3 0,-13-2 0,-12 4 3061,6-3-3061,20-3 0,-13 0 261,4-5-261,2-6 0,-20 8 0,2-1 0,-3 1 0,-1 1 0,-7 3 0,0 0 0,10-1 0,1 2 0,20-4 0,-4 1 0,9 0-1023,-9 6 0,4 1 0,-4 1 1023,1-1 0,-1 1 0,1 1 0,4-1 0,-8 2-21,-14 2 1,-2 0 20,23-6 0,-1-1 0,-25 5 0,-3 0 0,6-3 0,-6 0 0,-16 5 0,-10-7 3062,5 7-3062,16-11 0,34-10-1042,-24 12 1,3 0 1041,6-8 0,1-1 0,5 4 0,-1 2 0,-7-3 0,-1 1 0,-1 3 0,-1 0 0,-9 2 0,-1 1 0,5-1 0,1 2 0,27-7 0,-27 9 0,-2 1 0,0 1 0,-3-1 0,2 0 0,26-5 0,-9 3 0,3 1 0,-9 1 0,-1 1 0,3 0 0,-2 1 767,-11 1 0,-3-1-767,36-7 0,-10 0 0,3 0 0,-12 2 0,1 0 0,9-3 0,-2 1 0,-12 4 0,-8 1 0,-4-2 0,11 1 0,-26 2 0,-2 3 0,-9 1 0,-7 3 0,-2 0 0</inkml:trace>
  <inkml:trace contextRef="#ctx0" brushRef="#br0" timeOffset="2300">17528 11843 10921,'8'6'0,"-1"0"4997,7 0-4997,-1 0 2376,0 0-2376,3 0 1362,-3-3-1362,5 2 4919,-5-4-4919,1 2 0,10-3 0,43 0 0,6 0 0,-13 0 0,1 0 0,-21 0 0,0 0 0,13-3 0,4 0 0,8 0 0,1-1 0,-3 0 0,0 1-540,-11 1 1,1 0 0,-5 0 539,-4 2 0,-1 0 0,21 0 0,-3 0 0,-5 0 0,4-2 0,5-1 0,-13 2 0,0 0 0,9-4 0,0-1 0,-7 5 0,-5 0 0,17-5 0,-4 6 0,-35 0 0,35-3 0,8-1 0,-32 3 0,2 0 0,23-1 0,11-1 0,-7 1-1160,-11 2 0,-1 0 1160,6 0 0,6 1 0,-3-2 0,7-3 0,3 0 0,-9 3 0,8 1 0,2 0 0,-2-1 0,-5 0 0,-2-1 0,2-1 0,5 2 0,-7 0 0,6 1 0,2 0 0,1 1 0,-1-1 0,-3 0 0,-6 0 0,-3 0 0,0 0 0,0 0 0,1 0 0,2 0 0,-1 0 0,2 0 0,1 0 0,1 0 0,-1 0 0,0 0 0,-1 0 0,7 0 0,0 0 0,0 0 0,-2 0 0,-2 0 0,-4 0 0,11 0 0,-3 0 0,-4 0 0,-3 0 0,8 0 0,-4 0 0,-17 0 1418,-17 0-1418,-21-3 0,5-1 0,13-4 0,10-2 0,0 2 0,1-1 0,0-1 2520,26-4-2520,-41 7 0,0 0 0,4-2 0,0 5 0,-15-2 0,21 2 0,-7 0 0,40-7 0,-34 6 0,3 0 0,22-2 0,1 0 0,-14 1 0,-2 0 0,10-3 0,-3 0 0,-14 7 0,-2-1 0,3-6 0,-4 0 0,11 7 0,-6-5 0,0-2 0,8-3 0,-2 5 0,4-1 0,-12-4 0,1 0 0,29 1 0,-2 0 0,0-3 0,-5 3 0,4 0 0,-15 3 0,-1 1 0,0-1 0,1-1 0,7-1 0,-3 2 0,15 3 0,-16 1 0,3-1 0,-8-3 0,-13-2 0,-8 0 0,-14 1 0,4 0 0,-1-3 0,10-5 0,-7 7 0,1-3 0,-8 7 0,-6-1 0,0 1 0,-6 3 0,0 0 0</inkml:trace>
  <inkml:trace contextRef="#ctx0" brushRef="#br0" timeOffset="20751">16566 6870 24575,'0'45'0,"0"2"0,0 4 0,0 16 0,0-10 0,0 0 0,0-5 0,6 0 0,-2-27 0,6 3 0,-3-10 0,12 19 0,-9-13 0,13 8 0,-10-17 0,3-3 0,10 9 0,11 10 0,-3 4 0,3 4 0,8 1 0,1 3 0,3 8 0,0-1 0,-8-15 0,-2-4 0,12 12 0,-22-29 0,-3-8 0,6 0 0,17 0 0,15 5 0,-16-4 0,-2-1 0,3 1 0,22 4 0,-17-6 0,2 1 0,-12-1 0,-3 0 0,19 1 0,-27-5 0,-17 2 0,-17-3 0,-1 0 0</inkml:trace>
  <inkml:trace contextRef="#ctx0" brushRef="#br0" timeOffset="21500">17738 7294 24575,'18'53'0,"2"-13"0,2 3 0,-3 5 0,1 0-436,1-10 0,0 0 436,-5-1 0,1-3 0,12-1 286,11 20-286,-13-17 0,-9-7 145,-26-9-145,0-12 0,-7 9 0,-11-4 0,-18 14 0,-9 7 0,3 1 0,-3 3-1058,-3 2 0,-6 3 0,6-1 1058,2-1 0,5-1 0,6-4 0,6-4 0,9-9 0,18-11 0,1-5 0,0-2 0,0 1 0,0 1 0,2-1 0,1 0 0</inkml:trace>
  <inkml:trace contextRef="#ctx0" brushRef="#br0" timeOffset="39017">31694 12020 24575,'-21'59'0,"0"0"0,5-14 0,0 2 0,-2 2 0,0 6 0,1-3 0,1 4 0,1-1 0,1-5 0,0 3 0,2-3 0,1 2 0,1-3 0,2-7 0,1-6 0,1-6 0,3-24 0</inkml:trace>
  <inkml:trace contextRef="#ctx0" brushRef="#br0" timeOffset="39484">31334 12688 24575,'0'6'0,"9"36"0,-7-20 0,10 25 0,2 3 0,-4-10 0,14 25 0,-11-48 0,2-12 0,8-14 0,18-37 0,7-16 0,3 9 0,0-2-808,-16 12 0,0-2 0,-1 2 808,17-12 0,-10 14 0,-25 29 0,6-11 0</inkml:trace>
  <inkml:trace contextRef="#ctx0" brushRef="#br0" timeOffset="46150">15641 9953 24575,'0'6'0,"0"16"0,7 31 0,-6-5 0,0 9 0,0 4 0,2 7 0,-1 3-735,0-9 1,0 1 0,0 1 0,0 1 734,-2 2 0,1 1 0,-1 1 0,1 0 0,0 6 0,1 1 0,1 0 0,-2-4 0,-1-12 0,0-2 0,0-1 0,0 2 0,0 4 0,0 2 0,0 0 0,0-4 0,0 5 0,0-3 0,0-1 0,0-7 0,0-1 0,0-1 0,0-2 0,0-1 0,0-1 346,0 16 0,0-1-346,0 11 0,0-3 0,0-20 0,0-5 0,-3 25 0,2-31 0,-3-21 0,4 13 0,0-16 0,0 3 561,0-8 0,0-6 0,0-3 1</inkml:trace>
  <inkml:trace contextRef="#ctx0" brushRef="#br0" timeOffset="47334">15589 10101 24575,'-13'33'0,"-13"29"0,0-10 0,-3 15 0,11-27 0,7-17 0,5-5 0,3-14 0,3-2 0</inkml:trace>
  <inkml:trace contextRef="#ctx0" brushRef="#br0" timeOffset="48366">15671 9935 11894,'6'6'0,"0"0"4839,7 10-4839,-2-4 2206,5 10-2206,-2-4 1244,6 8-1244,3 5 4392,-5-6-4392,1-3 0,-13-13 0,3 0 0,0-3 0,0 3 0,0-3 0,-3 0 0,-3-3 0</inkml:trace>
  <inkml:trace contextRef="#ctx0" brushRef="#br0" timeOffset="51900">18246 12639 24575,'0'24'0,"0"12"0,-3 13 0,-2 0 0,1-22 0,1-11 0,3-13 0</inkml:trace>
  <inkml:trace contextRef="#ctx0" brushRef="#br0" timeOffset="52401">18039 12598 24575,'20'39'0,"0"3"0,2 3 0,1-8 0,0 0 0,2 10 0,-3-5 0,-1-12 0,2 7 0,-11-21 0,7 13 0,-11-23 0,4-12 0,-8 4 0,4-6 0</inkml:trace>
  <inkml:trace contextRef="#ctx0" brushRef="#br0" timeOffset="100417">43138 21572 24575,'-22'0'0,"1"0"0,9 0 0,0 0 0,-3 0 0,-3 0 0,1 0 0,2-3 0,7 2 0,2-1 0,-6 2 0,-4 2 0,-2-1 0,-3 2 0,5-3 0,1 2 0,-7-1 0,-8 5 0,-2-5 0,-1 6 0,10-7 0,-6 4 0,-14 1 0,-28-4 0,22 4 0,0-1 0,-23-2 0,34-1 0,0 2 0,-32 8 0,12-6 0,-6 0-949,15 0 1,-2 1 0,-1 0 948,-3 0 0,0-1 0,0-1 0,-5-2 0,-1 0 0,2 0-326,8 3 0,2 0 1,-3-1 325,-11-3 0,-3-1 0,2 1 0,13 3 0,1 1 0,1-1 0,-19-3 0,2-1 0,7 3 0,-3 0 0,8-2 0,-4-1 0,1-1 0,-1 1 0,0 0 0,-4 0-1087,-2 0 1,-6 0 0,0 0 0,5 0 1086,0 0 0,5 0 0,-2 0 0,-8 0 0,-1 0 0,4 0-258,-5 0 1,1 0 257,13 0 0,-2 0 0,-3 0 0,9 0 0,-1 0 0,-2 0 0,-2 0 87,-9 0 0,-3 0 0,0 0 0,1 0-87,2 0 0,2 0 0,0 0 0,1 0 0,6 0 0,1 0 0,0 0 0,1 0 0,-2 0 0,0 0 0,0 0 0,0 0 0,0 0 0,0 0 0,-1 0 0,-3 0 0,5 0 0,-2 0 0,-1 0 0,0 0 0,1 0 0,-14 0 0,1 1 0,0-1 0,3-1 0,12 0 0,2-1 0,0 0 0,-1 0 0,-8 2 0,-1 0 0,0 0 0,0-2 0,3 0 0,0-2 0,0 0 0,0 0 0,1 2 0,1-1 0,-1 1 0,-2 0 0,5 1 0,-1-1 0,-2 0 0,1 0 0,2 1 0,-7-1 0,1 0 0,0 0 0,1 1-502,2-1 0,0 0 0,0 0 0,0 0 502,-5 2 0,-1-1 0,1 1 0,3-1 0,1-1 0,3 0 0,-3-1 0,5 1 0,-4 0 0,-1 0 0,-1 0 269,5 1 0,-2-1 0,0 0 0,-2 0 0,0 0-269,-5-1 0,-1-1 0,-1 1 0,0-1 0,0 1 0,-1 0 0,-1 0 0,0 1 0,3-1 0,3 0 0,1-1 0,3 1 0,1-1 0,1-1 0,0 1 0,0-1 0,2-1 0,3 1-122,-4 0 1,4-1-1,-3 0 122,-13-1 0,-2 0 0,2 0 0,9 1 0,3 1 0,0 0 0,4 0 0,0 0 0,2 0 0,-15-3 0,3 0 0,4 0 0,-2 1 0,3 1 0,-4 1 0,1 0 0,11 0 0,1 0 0,-4 0 0,-4-1 0,-6 0 0,1 0 0,5 2 0,-15-2 0,1 1 0,3-1 0,-5-2 0,7 2 0,9 2 0,4 0 0,-1-2 0,-2 0 288,10-1 1,-3 0 0,1 0-289,-11 0 0,-5 0 0,8 2 0,-8-1 0,0 1 0,5-1 711,6 1 1,5 0 0,-5 0-712,-7 2 0,-6 1 0,-1 0 0,4 1 348,-8-2 1,3 1-1,-2 1-348,9 0 0,-1 2 0,-1-1 0,2 0 0,-12-2 0,3 0 0,3-1 393,17 1 1,2 0 0,2-1-394,-20 0 0,1-1 0,-2-2 0,-1 0-14,21 4 1,-1-1-1,-1 1 14,-12-3 0,-2 0 0,4 1-264,-3 0 0,1-1 264,11 1 0,-3-1 0,4 1 0,-1 4 0,1-1 791,-4-4 0,-3 0-791,9 4 0,-3 1 0,1 0 0,0-3 0,0 0 0,0-1 0,-18 1 0,0-1 0,5 1 0,0-1 0,8-2 0,-1 0 0,7 3 0,-3 0 0,-1 1-262,-8-3 0,-2 0 0,1 0 262,6 0 0,0 0 0,1 1 0,2 1 0,1 1 0,-1-2 0,-2-2 0,-1-1 0,0 0 0,-6 1 0,0 1 0,-1-1 0,0-1 0,0 0 0,-1-1 0,-2 1 0,0 0 0,2 0 0,7 2 0,3 1 0,1 0 0,-11 0 0,-1 1 0,11-2 0,-2 0 0,4 2 0,-3 2 0,0 0 0,2-2 0,-5-2 0,2 1 0,6 3 0,1 1 0,0-1 0,-25-2 0,3 0-245,19 3 0,2 0 245,3 1 0,0-2 0,-12-2 0,-3 0 0,15 2 0,-3 1 0,-1-1 0,-13-3 0,-3-1 0,6 1 0,4 3 0,2 0 0,4-1 0,-3 0 0,3 0 710,1 1 1,0 2-711,-4-1 0,-6 0 0,2 0 0,9 0 0,0 0 0,0 0 0,-8 0 0,0 0 0,3 0 0,-1 0 0,1 0 0,-20 0 0,2 0 94,27 0 0,1 0-94,-28 0 0,-2 0 0,9 0 0,1 0-485,-10 0 1,2 0 484,13-3 0,4 0 679,11 3 0,2-1-679,-20-5 402,10-1-402,-2 5 0,24-4 0,-1 2 1998,13 3-1998,-14-6 0,9 4 0,-1-4 0,6 0 0,1 0 0,-12-3 0,5-1 0,5 4 0,11-1 0,9-1 0,10-15 0,15-22 0,15-10 0,10-5 0,-7 10 0,7-2-1204,-8 12 0,6-5 1,1 2-1,-2 4 1204,-2 7 0,-1 3 0,1 0 0,10-6 0,2 0 0,-3 4-216,3 3 1,0 4 215,-8 7 0,1 1 0,0 1 0,14-6 0,4 2 0,-16 9 0,6 2 0,3 0 0,3 1-517,-1 1 0,3 1 1,2 0-1,1 1 0,0 1 517,3-1 0,1 2 0,1 0 0,0 0 0,1 0 0,-10 1 0,2 1 0,0 0 0,0 0 0,-1 0 0,-1 0 0,8 1 0,0-1 0,-2 2 0,0-1 0,-2 0 0,-7 0 0,0 0 0,-2 0 0,0 0 0,-2 0 0,9 0 0,-1 0 0,-1 0 0,1 0 0,2 0 0,0 0 0,1 0 0,-1 0 0,-1 0 0,0 0 0,1 0 0,3 0 0,-5 0 0,3 0 0,2 0 0,1 0 0,2 0-466,-3 0 1,3 0-1,2 0 1,0 0 0,0 0-1,-1 0 466,-3 0 0,-1 0 0,-1 0 0,1 0 0,1 0 0,0 0 0,-6 0 0,1 0 0,1 0 0,-1 0 0,1 0 0,-2 0 0,0 0 0,4 0 0,-2 0 0,0 0 0,0 0 0,0 0 0,2 0 0,-5 0 0,2 0 0,0 0 0,0 0 0,0 0 0,-1 0 0,-2 0 0,3 0 0,-2 0 0,-2 0 0,1 0 0,1 0 0,1 0 0,-1 0 0,2 0 0,1 0 0,1 0 0,-2 0 0,-2 0 0,-4 0-156,4 0 1,-4 0 0,-1 0 0,-1 0-1,2 0 156,8 0 0,1 0 0,1 0 0,-2 0 0,-4 0 0,-1 0 0,-4 0 0,-1 0 0,3 0-294,10 0 1,1 0 0,3 0 0,2 0 293,-18 0 0,1 0 0,1 0 0,2 0 0,0 0 0,1 0 0,6 0 0,2 0 0,1 0 0,0 0 0,-1 0 0,-1 0-36,-7 0 0,-2 0 0,-1 0 0,1 0 1,0 0-1,1 0 36,8 0 0,2 0 0,1 0 0,-1 0 0,-3 0 0,-4 0 0,4 0 0,-4 0 0,-1 0 0,4 0 0,-8 0 0,4 0 0,1 0 0,1 0 0,-1 0 0,-2 0 0,5 0 0,-2 0 0,-1 0 0,1 0 0,2 0 0,-7 0 0,3 0 0,0 0 0,0 0 0,-2 0 0,-2 0 12,3 0 1,-2 0-1,-2 0 1,-1 0-1,-2 0-12,2 0 0,-1-1 0,-3 1 0,0 1 0,11 1 0,-2 1 0,3 0 316,-4-3 0,2 0 0,3 0 0,2 1-316,-4 2 0,2 0 0,2 1 0,1-1 0,0 0 0,-7-2 0,1-1 0,1 0 0,0 0 0,-1 0 0,-3 1-303,5 0 0,-2 1 1,-1 0-1,-1-1 1,-3 0 302,5-1 0,-3 0 0,-2 0 0,-1 0 0,8 2 0,-2 1 0,4 0-323,-1-2 0,5-1 0,-1 0 0,-3 1 323,4 1 0,-4 1 0,1-1 0,2-1 0,0-2 0,2 1 176,-13 0 0,2 0 1,-1 0-1,0 0-176,-5 0 0,-3 0 0,3 0 0,3 0 0,8 0 0,6 0 0,1 0 0,0 0 0,-4 0 0,0 0 0,-3 0 0,-2 0 0,2 0 0,-1 0 0,1 0 0,-1 0 0,0 0 0,-5 0 0,0 0 0,0 0 0,-2 0 0,14 2 0,-2 1 0,1-1 0,-15-2 0,2 0 0,-2 1 0,-5-1 0,20 4 0,-6-1 0,-2-2 0,-2-2 663,-5-2 1,0 0-664,3 2 0,4 0 0,-10-3 0,2-1 0,-4 1 0,-1 3 0,1 1 0,6-2 0,6-1 0,-9 1 0,-15 2 0,-2 0 1727,26 1 0,-1-2-1727,8-4 0,-2 4 2897,-26-1 1,0-1-2898,24 3 0,-10 0 0,4 0 0,1 0 0,0 0 0,-3 2 0,-1 1 1253,-10-1 0,-7 1-1253,1 2 480,-23-1-480,-5-2 0,8 2 0,0 2 0,-5 0 0,-5-3 0,-2 2 0,5 0 0,12 5 0,-3-2 0,7 4 0,-17-5 0,4 2 0,1-3 0,3 6 0,16-2 0,18 14 0,-14-16 0,11 7 0,4 2 0,-21-8 0,0 0 0,28 7 0,1 1 0,-19-4 0,-4 1 0,-6-1 0,-2-1 0,24 6 0,-20-1 0,-3-8 0,-13 0 0,-12-3 0,-2 0 0,-3-3 0,8 8 0,5 1 0,11 15 0,-8-8 0,6 8 0,-16-15 0,2 6 0,0-3 0,-3 3 0,3-2 0,-6-2 0,3 1 0,-3 0 0,3 4 0,0 1 0,-5-6 0,5 7 0,-11-13 0,12 11 0,-7-6 0,7 10 0,-3-9 0,-1 5 0,-6-10 0,5 9 0,0 3 0,6 8 0,0-1 0,-6-5 0,5 0 0,-9-10 0,10 14 0,-2-2 0,3 8 0,-4-7 0,0 0 0,-1-3 0,-3-1 0,3 1 0,-7-11 0,3 7 0,-5-8 0,6 11 0,3 10 0,-1-5 0,4 16 0,-7-23 0,-2 0 0,2-9 0,-6-2 0,6 3 0,-6-2 0,3-2 0,-3-2 0,0 0 0,0 0 0,0 3 0,0 3 0,0-2 0,0 1 0,0-7 0,0-2 0</inkml:trace>
  <inkml:trace contextRef="#ctx0" brushRef="#br0" timeOffset="105717">36298 17768 24575,'17'55'0,"-3"-11"0,2 7 0,0 3 0,0 5 0,0 2 0,1 2-3202,4 6 1,1 1 0,-1 0 3201,-4-6 0,-2-2 0,1 1 0,1 4 0,1 1 0,-2 5 0,-5-4 0,-1 5 0,0 0 0,1-2 0,1-12 0,1-2 0,0 1 0,-2 3 221,-1 3 1,-2 6 0,0 0 0,-1-6 0,-1-13-222,2-8 0,-1-6 859,-2 12 0,-1-8-859,-4-23 0,3-13 0,-3 8 5100,0 19-5100,0 31 0,0 3 0,0 6 0,0-4 0,0-1 0,-2 0 0,1-6 419,0 9 0,-3-58 0,4-10 1</inkml:trace>
  <inkml:trace contextRef="#ctx0" brushRef="#br0" timeOffset="106400">36223 19734 24575,'13'6'0,"28"17"0,-11 1 0,4 7 0,11 6 0,6 6 0,-1 1-2743,-9-3 0,-1 2 1,1 1 2742,8 7 0,1 2 0,-5-3 0,-3 6 0,-6-2 1144,-3-5 0,-1-2-1144,-2-8 0,-1-2 1300,10 16-1300,-7-23 0,-9-27 0,14-46 0,-1 13 0,-2-17 0,7-16 0,-2-2 673,-5 5 0,-2-1 0,2-4-673,-1 1 0,3-4 0,-1-1 0,-3 4 0,-1-6 0,-2 3 0,-4 5 0,1-2 0,-6 10 0,-7-2 0,-9 43 0,-1-2 0</inkml:trace>
  <inkml:trace contextRef="#ctx0" brushRef="#br0" timeOffset="121033">36821 18544 24575,'33'57'0,"-5"-9"0,-21-31 0,0 1 0,7 14 0,3 11 0,-6-6 0,1 8 0,0 10 0,1 7 0,-3-1-1211,-4-9 1,-1-2 0,1 3 1210,2 2 0,3 5 0,-1-1 0,-4-8 0,-3 6 0,-2-3 0,7 19 0,-1-2 0,-7-30 0,0 0 0,0 20 0,0-2 0,0 13 0,-3-12 0,0-33 3631,-21 1-3631,14-15 0,-43 37 0,8-7 0,-2 0 0,7-8 0,-3 2-791,-6 11 0,-4 5 0,6-6 791,12-15 0,2 0 0,-3 4 0,-2 4 0,1-4-149,-9 3 0,0-3 149,-8-1 0,1-1 0,12-7 0,2-4 0,-2-8 0,4-4 0,0-2 0,-14 2 0,-4-1 0,16-4 0,2 0 0,-9 2 0,5-1 0,5-4 0,39-3 0,1 0 0,2 0 0</inkml:trace>
  <inkml:trace contextRef="#ctx0" brushRef="#br0" timeOffset="122033">35939 20495 24575,'-11'31'0,"-6"11"0,0 6 0,5-11 0,-1-1 0,-3 4 0,1 11 0,4-19 0,7-15 0,1 7 0,3-14 0,0 2 0,2 0 0,9 15 0,24 10 0,-8-10 0,5 0 0,1-4 0,1-1 0,-1 1 0,5 0 0,5-5 0,5-2 0,4-1-808,9 0 0,4-3 1,4 1 807,-4-1 0,4 0 0,1 0 0,0-3 0,0-3 0,3-2 0,-3-1 0,-5 0 0,-4 0 0,-4 0 0,-4-2 0,11-1 0,-12-2 0,-19-2 0,-17-2 0,-2 0 0,-5 0 0,-5 0 605,4 3 1,-8 0 0,3 3 0</inkml:trace>
  <inkml:trace contextRef="#ctx0" brushRef="#br0" timeOffset="124768">33814 20229 24575,'0'24'0,"5"20"0,3 12 0,1-1 0,1 6 0,3 2-2063,-1-8 1,1 1-1,1 2 1,0 0 2062,0 2 0,0 0 0,1 1 0,1 1 0,3 5 0,3 2 0,-1-2 0,-1-4 468,0 1 1,-2-4 0,1-1-469,0 5 0,0 0 0,-1-8 730,-1-13 0,-3-8-730,-5-9 0,-1-17 0,-2-6 4439,0-3-4439,3 0 0,-6 0 0,0 0 0</inkml:trace>
  <inkml:trace contextRef="#ctx0" brushRef="#br0" timeOffset="125684">34112 20283 8191,'20'-18'0,"45"-17"1548,-9 16 1,5 0-1549,-7-2 0,7 0 0,3 3 0,10 1 0,4 0 0,-2 1 0,-7 1 0,-1 2 0,2 1 0,6-1-53,-11 4 1,4 0 0,3 0 0,3 0 0,0 0 0,-1 1 0,-1 0 52,-5 0 0,0 1 0,0-1 0,-1 1 0,0 0 0,1 0 0,-1 1 0,-2 1 0,0 1 0,0 0 0,0 0 0,0 1 0,1 0 0,1-1 0,-1 2 0,1-1 0,1 1 0,1 0 0,-1-1 0,-1 2 0,-1-1 0,-3 0 139,4 0 0,-3 1 0,-2-1 1,0 1-1,3 0 0,4 0-139,-6 1 0,5-1 0,4 1 0,1 0 0,1 1 0,-2-1 0,-3 0 0,-5 0 0,-6 0 265,16 0 0,-8 0 1,-3 0-1,4 0-265,6 1 0,8 1 0,-2-1 0,-10 1 0,-19-1 0,-3 1 1120,20 5-1120,-36 7 0,4 1 0,5 3 0,-6-3 0,4 2 0,12 5 0,7 4 0,-1-3 0,11 1 0,0-1 0,-15-1 0,1 1 0,-3-3 0,3-4 0,-8-2 3452,-1 10-3452,-39-10 2296,-5 23-2296,0 19 0,-6-12 0,-2 4 0,4 11 0,-2 7 1010,-5-3 0,-2 6 1,0-1-1011,5-5 0,0 0 0,-1 0 0,-1 2 0,0 1 0,0-7 0,0-4 0,2-7 0,-2 13 0,6-42 0,2-2 0,2-12 0</inkml:trace>
  <inkml:trace contextRef="#ctx0" brushRef="#br0" timeOffset="126600">34545 21702 24575,'71'0'0,"-25"0"0,8 0 0,8 0 0,4 0 0,-5 1 0,4 0 0,5 0 0,4 1 0,2-1 0,1 0 0,2 0-984,-12 0 1,3-1 0,1 1 0,2-1 0,1 0 0,1 0 0,1 0 0,0 0 0,1 0 0,-1 1 858,-7-1 1,-1 1 0,1-1 0,0 1 0,0 0 0,1 0 0,1 0 0,0-1-1,2 1 1,1 0 0,1-1 0,2 1-3,-12-1 0,3 0 0,1 0 1,1 0-1,2 0 0,0 0 0,1 0 1,0 0-1,1 0 0,-1 0 1,1 0-1,-1-1 0,0 1 0,-1 0 1,-1 1-1,-2-1 0,0 0 127,5 0 0,-1 1 0,-1-1 0,0 1 0,-1 0 0,0 0 0,-1-1 0,0 1 0,0 0 0,0 0 0,0 0 0,1-1 0,-1 1 0,1-1-63,2 1 0,0-1 0,2 0 1,-1 0-1,1 0 0,0 0 0,-1 0 1,0 0-1,-1 0 0,-1 0 0,-1 0 1,-2 1-1,-1-1 0,-3 1 63,15-1 0,0 1 0,-2 1 0,-1-1 0,-3 0 0,-3 0 0,-3 0 0,-6 0 0,-4 0 0,12-1 0,-7 0 0,-7 0 0,-3 0 0,15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9:09:10.5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7328 7380 24575,'0'36'0,"6"27"0,3 6-1604,-2-11 1,2 15-1,2 7 1,-2-4 1603,0-9 0,0-2 0,0 4 0,0 7-593,0-14 0,-1 5 0,1 4 0,1 3 1,-1 2-1,1 0 0,0-1 0,0-1 593,0-1 0,0 1 0,0 0 0,0 0 0,1-1 0,-1 1 0,0 0 0,0 0-217,0-1 1,0 0-1,-1-1 1,1 1-1,-1 0 1,1 0-1,0 0 1,0 1 216,-1-5 0,1 2 0,1 1 0,-1 0 0,0 0 0,1-2 0,-1-2 0,-1-3 0,0-3-503,1 15 0,-2-9 0,0-1 0,2 3 0,2 10 503,-2-23 0,1 3 0,1 5 0,0 2 0,2 2 0,0 2 0,0 1 0,1 0 0,1-1 0,-1 0 0,0-2 0,1-3-98,1 7 0,1-2 0,-1-2 0,2 0 0,-1 0 0,1 0 0,1 1 0,0 2 0,0 2 0,1 3 98,-4-13 0,1 3 0,1 1 0,0 2 0,0 2 0,1 0 0,0 1 0,0 0 0,0 0 0,0-1 0,1 0 0,-1-1 0,0-2 0,0-1 0,0-2 0,4 10 0,-1-1 0,1 0 0,0-2 0,0 0 0,0-2 0,0-1 0,0-1 0,-1-1 0,1-1 0,-1-1 0,4 9 0,0-2 0,0-1 0,-1-1 0,1-2 0,-2-2 0,1-2 0,-2-2 0,2 4 0,-1-2 0,-1-2 0,-1-3 0,1-2 0,1-2 0,4 8 0,1-5 0,0-1 0,2 0 386,1 3 0,1 1 0,0-2 0,2-5-386,4 0 0,2-6 0,1 0 784,4 3 0,2 1 0,1-7-784,-2-10 0,1-5 0,-3-4 0,-1 0 0,4 0 0,3 1 0,11 4 0,5 3 0,-1-2 0,-8-3 619,-2-2 0,-6-2 0,9 3-619,-6-3 0,9 3 0,4 3 0,4 1 0,1 0 0,-3-1 0,-3-2 0,-1 0 0,-2 0 0,0-2 0,-2 1 0,0-2 0,-1 1 0,4 2 0,-1 0 0,-2-1 0,2-1 0,1 2-450,-3-4 1,3 1 0,1 0 0,-2 0 0,-3-2 0,-5 0 449,13 7 0,-7-1 0,9 0-251,-16-9 1,5 0-1,5 0 1,3 1 0,1 1-1,0-1 1,-1 0 250,-7-3 0,1 1 0,-1 0 0,1 0 0,1 0 0,1 1 0,2-1 0,1 0-102,-1-1 0,1 0 0,3 1 0,1 0 1,0-1-1,1 1 0,1-1 0,-2 0 1,0-1-1,-1-1 102,2 0 0,1 0 0,-1-1 0,0 0 0,-1-1 0,0 0 0,0 0 0,-1-1 0,-1 0 0,3 1 0,-1 0 0,-1-1 0,-1 0 0,0-1 0,2 0 0,0-1 0,2 0 0,-2-2 0,2-1 0,0 0 0,1-1 0,1-1 0,0 0 0,0 0 0,0-1 0,-1 0 0,0-1 0,0-1 0,0 0 0,-1-1 0,1 0 0,0 0 0,1 0 0,1 0 0,0 1 0,-8-1 0,0 1 0,1-1 0,0 1 0,1 0 0,0 0 0,0 0 0,1-1 0,0 1 0,0-1 0,1 0-24,-1 0 0,1-1 0,1 1 0,1-1 0,1 0 0,-1 0 1,0 0-1,-1-1 0,-1 1 0,-3 0 0,-1 0 0,-3 0 24,9 1 0,-3-1 0,-3 1 0,-1 0 0,-1 0 0,-1-1 0,2 1 0,0 0 0,5 0 0,1 1 0,2 0 0,-1 0 0,-1-1 0,-3 1 0,-5-2 0,-6 1 0,9-1 0,-9-1 0,-1 0 0,3 1 206,2 1 1,4 0 0,0 1 0,-1 0 0,-2 0-207,1-1 0,-3 0 0,0 1 0,5 0 0,4 1 0,4 0 0,2 1 0,-1 0 0,-5 0 142,2 1 1,-4 0-1,-1 1 1,1-1-143,3 1 0,0-1 0,-1 1 0,-8-1 0,-10 0 0,-5 0 0,7 1 164,6 1 0,7 1 0,5 1 0,2 0 1,-1-1-165,-10-1 0,0-1 0,0 0 0,3 1 0,1-1 0,5 1 0,-8-2 0,4 1 0,2 0 0,3 1 0,0-1 0,1 0 0,0 1 0,0-1 0,-3-1 0,-2 1 0,0-1 0,1 1 0,-2-1 0,1 0 0,0 0 0,-1 0 0,-1-1 0,1 0 0,4 0 0,0-1 0,1 0 0,-2 0 0,0-1 0,-1 1 0,-1-1 0,-1 1-188,1 0 0,-2 0 0,-1 0 1,-1 1-1,0-1 0,-2-1 1,1 1 187,2-1 0,-2 0 0,-1 0 0,1-1 0,2 1 0,5-1-58,-7 0 0,2 0 0,3 0 0,2 0 0,1-1 0,0 1 1,2 1-1,0-1 0,-1 1 58,-2 1 0,0 0 0,0 0 0,2 0 0,-1 1 0,2 0 0,0 0 0,0-1 0,2 1 0,0-1-46,-9-1 1,0 0 0,1 0-1,1-1 1,1 1 0,0 0-1,1-1 1,-1 1 0,0 0-1,1-1 1,-2 1 0,1 1-1,-2-1 46,3 1 0,1 1 0,-1 0 0,-1-1 0,1 1 0,-1 0 0,1 1 0,-1-1 0,-1 0 0,1 0 0,-1 0 0,-1 0 0,4 0 0,-1 0 0,-1 0 0,1 0 0,-1 0 0,0-1 0,-1 1 0,0 0 0,0-1 0,0 1 0,0-1 0,2 0 0,-1 0 0,-1 0 0,0-1 0,0 1 0,0-1 0,1 1 0,1 0 0,2 0 0,2 1 0,-5 0 0,1 0 0,2 1 0,2 0 0,0 1 0,2-1 0,-1 1 0,1-1 0,-1 1 0,0-1 0,-1 0 0,-1 0 0,-2-1 0,-1 0 0,-2-1 0,-1 0 0,-1 0 0,0 0 0,0-1 0,0 1 0,0-1 0,2 1 0,0 0 0,2 0 0,2 1 0,-4 0 0,2 0 0,1 0 0,1 0 0,2 1 0,0 0 0,1-1 0,0 1 0,-1 0 0,1 0 0,-1-1 0,-1 1 0,-1-1 0,-2 0 0,-1 0 0,5 0 0,0 0 0,-1-1 0,-1 1 0,-1-1 0,0 1 0,-1-1 0,-1 0 0,0 0 0,0 0 0,-1-1 0,0 1 0,7 1 0,0-1 0,-1 0 0,-1 0 0,0 0 0,-1 0 0,-1 0 0,0-1 0,0 1 0,-2-1 0,2 1 0,0-1 0,1 0 0,-1 1 0,-2-1 0,-1 0 0,-3-1 0,-3 1 0,-4 0 143,9 0 1,-6 1-1,-3-1 1,1 0 0,7-1-144,0-1 0,5-1 0,4 0 0,0-1 0,1-1 0,-1 1 0,-3 0 0,1 1 0,-2-1 0,-1 1 0,0-1 0,3 0 0,4 0 19,-10-1 0,3 1 0,2-1 1,1 0-1,2 0 0,-1 0 1,0 0-1,-1-1 0,-2 1-19,1-1 0,-1 1 0,0-1 0,-1 0 0,-1 0 0,0 0 0,-1-1 0,-1 1 0,2-1 0,-2 1 0,-1-1 0,-1 1 0,2-2 0,0-1 0,4-1 0,-7-2 0,1 0 0,2-1 0,1-1 0,0 0 0,1-2 0,0 0 0,0-1 0,-1 0 0,1-2 0,0-1 0,0 0 0,-1-2 0,2 0 0,0 0 0,1-1 0,1-1 0,3 0 0,-13 3 0,1-1 0,2 0 0,1-1 0,1 0 0,0 0 0,1-1 0,0 1 0,0-1 0,-1-1 0,-1 1 0,0 0 0,-2 0 0,7-3 0,-1 0 0,0 0 0,0 0 0,-2 0 0,1-1 0,-1 1 0,-1-1 0,0 0 0,0 1 0,-1-1 0,1 0 0,0 0 0,0 0 0,-1 0 0,0-1 0,-1 1 0,-1 0 0,-1-1 0,-1 1 0,-2 0-107,12-5 1,-2 0 0,-1 0 0,-2 0 0,-1 0 0,-1 0 0,0 0 106,3-2 0,-1 0 0,-1 0 0,-1-1 0,1 0 0,2-3-19,-10 5 1,0-1-1,1 0 1,1-1-1,0-2 1,0 0 0,1-2-1,0-2 19,-5 2 0,1-1 0,0-1 0,0-1 0,1-2 0,0 0 0,0-2 0,-1 0 0,1-1 0,0-2 0,-6 4 0,0-2 0,1-1 0,0-1 0,0-1 0,0 0 0,0-1 0,-1 0 0,-1 0 0,0 0 0,0 0 0,-2 1 0,6-6 0,0 0 0,-1 0 0,0 0 0,-1 0 0,-1 0 0,-1 0 0,-1-1 0,-1 0 0,-2-1 0,1-4 0,0 0 0,-2-2 0,-1 0 0,-1 1 0,-2-1 0,-1 2 0,-3 1 0,-1 2 0,4-9 0,-3 2 0,-2 2 0,-3 0 0,-1 0 0,0-3 75,-2 0 1,-1-2 0,-1 0 0,-2-1 0,0-1-1,-1-1-75,-2 5 0,0-1 0,-1-1 0,-1-1 0,0 0 0,-2-1 0,0 0 0,-2-2 0,-1-1 0,0 0 0,-2-1 0,0 1 0,-1 0 0,-1 0 0,-1 3 0,0-1 0,-1 1 0,-1 0 0,0 1 0,-2 1 0,-2 1 0,0-3 0,-2 2 0,0 0 0,-2 2 0,-2 1 0,0 1 0,-3-2 0,-1 2 0,-1 1 0,-2 1 0,0 1 0,-1-9 0,-1 2 0,-2 0 0,-6-3 146,-1 9 0,-5-2 0,-2-2 1,-2 0-1,-1 1 0,0 2-146,-5-5 0,0 3 0,-2 0 0,-3 0 0,-5-3 0,6 12 0,-3-2 0,-3-1 0,-1-1 0,-3 1 0,0 0 0,-2 2 0,0 2 0,0 2 0,-2 2 0,-2 1 0,0 1 0,-1 2 0,0-1 0,0 2 0,0 0 0,-3-4 0,1 2 0,0 1 0,0 1 0,-2 0 0,-2 0 0,-4-1 0,9 7 0,-3 0 0,-2 0 0,-1-1 0,-2 1 0,0 0 0,1 1 0,0 0 0,1 2 0,3 2-68,-3-2 0,3 3 1,1 1-1,0 1 0,0 0 1,-1 0-1,-3-1 1,-3 0 67,4 2 0,-3-1 0,-1 0 0,-2-1 0,-2 1 0,0-1 0,0 0 0,-1 1 0,1 1 0,0 0 0,2 1 0,-4-1 0,0 1 0,-1 0 0,1 0 0,0 1 0,1 1 0,-1 0 0,1 0 0,1 1 0,0 0 0,-2 0 0,1 1 0,1 0 0,-1 1 0,2 0 0,-1 0 0,1 1 0,-1 0 0,1 1-88,0 0 0,1 0 0,-1 0 1,0 1-1,1 0 0,0 1 1,2 0-1,1 0 0,1 1 88,-3-1 0,3 0 0,1 1 0,1 1 0,-1-1 0,-1 0 0,-2 0 0,-1 1 0,-2-1 0,0 0 0,-1 0 0,-2 0 0,0 0 0,-2-1 0,-1 0 0,6 1 0,-1-1 0,-2-1 0,0 1 0,-2-2 0,0 1 0,0 0 0,-1 0 0,-1 1 0,0 0 0,8 2 0,-2 0 0,0 0 0,-1 1 0,-1-1 0,0 1 0,1 0 0,-1-1 0,1 1 0,0 1 0,1-1 0,1 0 0,-7-1 0,1 0 0,0 0 0,1 0 0,0 0 0,1 0 0,0 1 0,0 0 0,1 1 0,-1 0 0,-3 0 0,-1-1 0,0 1 0,-1 1 0,2-1 0,2 2 0,3 0 0,3 2 0,5 0 0,-8 1 0,7 1 0,4 1 0,-3 0 0,-8 0 0,11 1 0,-4-1 0,-3 0 0,-3 0 0,-1 0 0,-1 0 0,1 1 0,0-1 0,2 1 0,-6 0 0,2 1 0,0 0 0,1 0 0,-2 1 0,-1-1 0,-3 0 0,-3 0 0,11 0 0,-3 1 0,-2-1 0,-1 0 0,-2 0 0,-1 0 0,-1 0 0,1 1 0,0-1 0,1 0 0,1 1 0,2 0 0,-1 0 0,1 0 0,0 0 0,0 1 0,1-1 0,0 1 0,0-1 0,2 1 0,0 0 0,0 0 0,1 1 0,-7-1 0,1 1 0,0-1 0,1 1 0,1 1 0,0-1 0,2 0 0,1 0 0,1 0 0,-7 0 0,1-1 0,2 1 0,1-1 0,1 1 0,1 0 0,1 0 86,0 0 1,2 0-1,2 0 1,-1 1-1,-2-1 1,-3 0-87,6 0 0,-4 0 0,-1 0 0,-1-1 0,-1 0 0,0 1 0,1 0 0,2 0 0,3 0 0,1 1 0,2 0 0,-1-1 0,0 1 0,-2 0 0,-2 0 0,-2 0 0,4-1 0,-2 1 0,-1-1 0,-2 0 0,-1 0 0,-1 0 0,-1 1 0,0-1 0,0 1 0,0 0 0,1 0 0,4 1 0,-1 0 0,0 0 0,0 1 0,0 0 0,-1-1 0,1 1 0,-1 0 0,1 0 0,0 0 0,0 0 0,1-1 0,-3 1 0,1-1 0,1 0 0,0 0 0,0-1 0,0 1 0,-1 0 0,-1 1 0,0-1 0,-3 2 0,-2-1 0,9 1 0,-2 0 0,-2 1 0,-2 0 0,-1 0 0,0 0 0,-1 1 0,-1 0 0,2-1 0,-1 1 0,2 0 0,1 0 0,1 0 0,3-1 0,2 1 0,-13 0 0,3 0 0,3 0 0,2 0 0,1 0 0,-1 1 0,0-1 0,-1 1 0,-3-1 0,-3 2 0,10-2 0,-3 1 0,-1 1 0,-1-1 0,-2 1 0,0 0 0,-1 0 0,0-1 0,0 1 0,1 0 0,0 0 0,1 0 0,2-1 0,1 0-44,-3 0 1,1 1 0,1-1 0,0 0 0,0-1-1,2 1 1,-1 0 0,2 0 0,-1-1 0,1 1-1,1-1 1,0 1 43,-7 0 0,0 0 0,1 0 0,1 0 0,0 0 0,0 0 0,2 0 0,0 0 0,2-1 0,1 0 0,-6 0 0,1 0 0,1-1 0,1 1 0,2-1 0,0 0 0,2 0 0,0 0 0,2 0 0,2-1 0,1 1 0,1-1 0,-1 0 0,-2 0 0,-2 1 0,-1-1 0,-2 0 0,-2 1 0,0-1 0,-2 0 0,-1 1 0,-1-1 0,-1 1 0,11-2 0,-1 1 0,0 0 0,-2-1 0,0 1 0,-1-1 0,-1 1 0,-1 0 0,0 0 0,-1 1 0,0 0 0,2 0 0,0 0 0,-2 1 0,-1 0 0,-1 0 0,0 1 0,0-1 0,0 0 0,0 1 0,1-1 0,0 0 0,2 0 0,1 0 0,-5-1 0,0 0 0,1 0 0,1-1 0,0 1 0,1-1 0,0 1 0,1-1 0,1 1 0,1 1 0,1 0 17,-6 1 0,2 0 0,1 1 0,1 1 0,0-1 0,1 1 0,0-1 0,-1 0 0,1-1-17,0 0 0,-1-1 0,0 1 0,1-1 0,-1 0 0,2-1 0,1 1 0,1 0 0,3-1 40,-4 0 0,4 0 0,2 0 0,0 0 0,0 0 0,-2-1 0,-4 1-40,2 0 0,-4 0 0,-1 0 0,-2 0 0,0 0 0,0-1 0,0 1 0,3-1 0,2 0 0,-7 0 0,1 0 0,2-1 0,0 0 0,2 0 0,0 0 0,0 1 0,-5 1 0,-1 0 0,2 0 0,1 0 0,1 0 0,4 0 0,0-1 0,3 0 0,2-1 0,2 1 0,1 0 0,-4 2 0,4 0 0,0 0 0,-5 0 92,-3 0 0,-3-1 1,-2 1-1,-3 0 1,-3-1-93,10 0 0,-2-1 0,-2 1 0,-1-1 0,-3 1 0,-1 0 0,-2 1-18,13-1 0,-4 1 0,-1 1 0,-1-1 0,-2 1 0,1 0 0,-1-1 0,2 1 0,1-1 0,2 0 18,-8-1 0,2 0 0,0 0 0,1-1 0,1 1 0,1-1 0,0 1 0,2 0-43,-2 0 1,2 1-1,0 0 1,1 0 0,1 0-1,2 0 1,0 0 42,1-1 0,3-1 0,0 1 0,1 0 0,0-1 0,-3 1 56,-5 0 1,-1 0 0,-1 0 0,-1 0 0,0 0 0,-2 0-57,5-1 0,0 0 0,-2 0 0,0-1 0,-1 1 0,1-1 0,0 1 49,-2 0 1,0 1 0,0 0 0,0-1 0,0 1 0,1-1-1,2-1-49,-5 0 0,0-1 0,1 0 0,2 0 0,3-1 0,5 1 0,-3 0 0,5 0 0,2 0 0,-4 0 0,2 0 0,-2 0 0,-1 0 0,1 0 0,6 0 606,-10 0 1,5 0 0,-4 0-607,11 0 0,-4 0 0,-2 0 0,0 0 0,2 0 0,-11 0 0,0 0 0,2 0 0,4 0 0,-7 0 0,4 0 0,2 0 0,1 0 0,1 0 0,14 0 0,7 0 869,21 0 1,17 0 0,3 0 0</inkml:trace>
  <inkml:trace contextRef="#ctx0" brushRef="#br0" timeOffset="1117">7342 16431 16917,'12'6'0,"32"7"3221,26 12-3221,-16-6 0,8 1 0,2-2 0,7 1 0,2 1-1467,-15-4 1,-1 1 0,3 1 0,1-1 1466,8 2 0,4 0 0,0 0 0,0-1 0,-15-4 0,0-1 0,1 0 0,0 0 0,0-1 84,2 1 1,0-1 0,0 0 0,0-1 0,-1 0-85,9-1 0,-1-2 0,-1 0 0,-4 0 0,5 2 0,-4-1 0,-6-1 0,3-3 0,-16-2 0,-32 1 0,-9-4 0,-2 0 0</inkml:trace>
  <inkml:trace contextRef="#ctx0" brushRef="#br0" timeOffset="1568">9452 16442 8191,'32'13'0,"27"25"2531,-20-8 1,0 5-2532,3 5 0,-2 5 1409,-8-2 0,-8 5-1409,-8 9 0,-10 0 0,-11-14 0,-7 1 0,-6 3 0,-6 4 0,-4-3 723,-17 10 0,-6-4-723,14-17 0,-1 1 0,0-4 2535,-14 10 0,3-8-2535,12-14 0,0-5-524,-13 3 1,0-2 523,15-7 0,-2-1 0,-20 1 0,4-3 0,15-2 0,0-6 0</inkml:trace>
  <inkml:trace contextRef="#ctx0" brushRef="#br0" timeOffset="2033">7661 18147 24575,'48'13'0,"11"2"0,9 2 0,-18-6 0,1 0 0,5 2-1050,4 0 1,6 1 0,1 0 0,-1 0 1049,-2 0 0,-2 0 0,3-1 0,4 1-1001,-6-4 0,4 1 1,3-1-1,0 1 0,-1-1 1,-3 0 1000,-1 1 0,-3 0 0,0 0 0,0-1 0,2 0 0,-2-2 0,2 0 0,2-1 0,-1 0 0,-1 0 0,-3-1-127,17 1 1,-3 0 0,-3-1 0,-7-1 126,-9 0 0,-6-1 0,0 0 0,6-1 0,1 0 0,-20 0 0,-26 0 0,-8-3 0</inkml:trace>
  <inkml:trace contextRef="#ctx0" brushRef="#br0" timeOffset="2385">9899 18167 24575,'43'13'0,"6"8"0,-6-1 0,2 3 0,-3 1 0,-4 1 0,15 15 0,-16-9 0,-31-19 0,-11 5 0,-22-4 0,-15 16 0,-19-8 0,-2 10 0,7-19 0,24-1 0,12-11 0</inkml:trace>
  <inkml:trace contextRef="#ctx0" brushRef="#br0" timeOffset="16450">17514 15599 24575,'4'44'0,"-3"2"0,7-3 0,-4-4 0,6 32 0,-6-33 0,1 9 0,-2-12 0,-2-17 0,7 34 0,-7-21 0,4 13 0,-2-16 0,-2 4 0,7 8 0,-6 23 0,5-4 0,-6-14 0,-1 1 0,2 9 0,-2-17 0,0 1 0,5 24 0,-4-8 0,4 8 0,-5-27 0,0-10 0,0-5 0,0 5 0,0 14 0,0 33 0,4-21 0,-4 18 0,9-20 0,-8 10 0,1-22 0,1 0 0,-3 29 0,0-3 0,0 3 0,0-14 0,0-12 0,0 1 0,0 16 0,0-12 0,0 0 0,0 18 0,2-20 0,1-1 0,-1 23 0,3-12 0,-5-6 0,0-26 0,0 0 0,0-12 0,-3 7 0,3-1 0,-3 26 0,3 15 0,0-16 0,-3 28 0,2-44 0,-3 38 0,4-2 0,0-6 0,0-3 0,-2-21 0,1 12 0,-2 6 0,3 13 0,0-17 0,0-5 0,0 3 0,0-7 0,0 5 0,-3-23 0,3-10 0,-3-8 0</inkml:trace>
  <inkml:trace contextRef="#ctx0" brushRef="#br0" timeOffset="17284">18368 15623 24575,'4'15'0,"-2"14"0,-2-14 0,2 27 0,2 10 0,6-1 0,1 4 0,-4 2 0,1 4 0,0-2-827,0-7 0,1-2 0,-1-1 827,-1 13 0,-1-2 295,-1-7 1,-1-5-296,0 7 0,2 2 0,-3-40 0,-3-12 0</inkml:trace>
  <inkml:trace contextRef="#ctx0" brushRef="#br0" timeOffset="17784">18105 16306 24575,'29'32'0,"5"7"0,5-2 0,2 1 0,4 11 0,-13-23 0,-2-4 0,-9-7 0,8-8 0,-5-4 0,-8-3 0,7-28 0,0-16 0,0-8 0,2-7 0,3 7 0,-2 1 0,-6 6 0,-1 4 0,9-7 0</inkml:trace>
  <inkml:trace contextRef="#ctx0" brushRef="#br0" timeOffset="19451">18527 17123 24575,'49'0'0,"1"0"0,-4-3 0,6-1 0,1 2 0,8 0 0,4-1 0,0 1-1650,7-2 0,2 0 0,2-1 1,2 1 1649,-8 1 0,1-1 0,1 1 0,4-1 0,2 1-539,-15 1 0,2-1 0,2 1 0,2 0 0,0 0 0,1 0 1,-1 0-1,0-1 539,0 0 0,0 0 0,0 0 0,1 0 0,-1 0 0,0 0 0,1-1 0,-2 0 0,0 0 0,-2 0 0,0-1 0,0 1 0,0-1 0,1 0 0,2 0 0,1 1 0,-5-1 0,3 1 0,2 0 0,0-1 0,1 1 0,0-1 0,-1 1 0,-2-1 0,-2-1 0,-4 1-205,17-3 1,-5-1 0,-3 0 0,0 0 0,2-1 0,4 1 204,-10 2 0,2 0 0,2 0 0,2 1 0,1-1 0,-1 0 0,-1 0 0,-1 0 0,-4 0 0,7-1 0,-1 1 0,-1-1 0,-2 0 0,-2 0 0,-1 1 0,-2-1 0,8-1 0,-5 0 0,-1 0 0,1 1 0,3-1 0,-1 1 0,5 0 0,0 1 0,0-1 0,-3 0 0,-5-1-294,4-1 1,-6-1 0,-1 0 0,4 1 293,1 1 0,3 1 0,2-1 0,1 0 0,-2 0 0,2-2 0,0-1 0,0 0 0,-3 1 0,-3 1-198,-6 3 0,-4 0 0,-2 2 0,2-2 198,6-3 0,0 0 0,0-1 0,-3 3 0,3 1 0,-3 2 0,4-2 447,0-3 0,4-3 0,1 0 1,-2 2-448,-8 4 0,-2 0 0,1 1 0,4-2 0,-6-1 0,5-2 0,2 0 0,0-1 0,-3 1 0,-3 1 101,4 0 1,-3 2 0,-1-1-1,2 0-101,12-3 0,2-1 0,0 0 0,-3 2 0,1 1 0,-3 2 0,2-1 0,-10 1 0,2 0 0,2 0 0,3 0-103,-4 1 1,3 0 0,1 0 0,1 0 0,0 0 102,2 0 0,2 0 0,-1 0 0,2-1 0,1 1 0,-7 0 0,3-1 0,0 1 0,-1 0 0,-2 0 0,-5 1 163,3 0 1,-5 2 0,-2-1 0,1 1-164,-1 0 0,2 0 0,-3 1 0,-6-1 0,10 0 0,-1 1 178,2 0 1,5 1 0,1-2-179,0-3 0,1-1 0,0 0 0,1 1 0,0-1 0,1 1 0,-15 1 0,1 0 0,-1 0 0,-4 1 0,-1 0 0,-4 0 0,5 1 0,7 0 0,6 1 0,1-1 0,-5 1 547,-2 0 0,-4 0 0,6 0-547,-5 0 0,5 0 0,3 0 0,-1-1 0,-3 0 0,0 0 0,-2 0 0,-1 0 0,-1 1 207,18-1 0,-2 1 0,-5 0-207,11-1 0,-13 1 0,-18 3 3028,-4 0-3028,-28 0 1044,3 0-1044,-8 0 1906,16 0-1906,5 0 0,24 3 0,8 0 0,-11-2 0,3 0 539,8 1 0,7 0 0,-1 0-539,-9-1 0,-1-2 0,-4 1 0,16 0 0,-7 0 0,-9 1 0,-13 1 0,-27-2 0,-11 3 0</inkml:trace>
  <inkml:trace contextRef="#ctx0" brushRef="#br0" timeOffset="20700">26574 15231 24575,'0'6'0,"14"46"0,7 18 0,-8-15 0,1 5-752,0 0 0,2 10 1,0 1-1,-2-5 752,-2-4 0,-3-3 0,1 0 0,0 5 0,0 1 0,-1-5 0,-2 6 0,0-8 950,3 12-950,-4-17 0,-3-39 0,-3-12 0</inkml:trace>
  <inkml:trace contextRef="#ctx0" brushRef="#br0" timeOffset="21119">26621 15922 24575,'0'27'0,"5"8"0,2 5 0,1 2 0,2 0 0,0 2 0,1-3 0,9 10 0,-11-39 0,-3-9 0,2 0 0,9-7 0,29-43 0,-17 22 0,11-24 0,-34 38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9:09:48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15894 7764 24575,'0'37'0,"0"15"0,0 4 0,0-14 0,0 0 0,0 31 0,0 2 0,0-18 0,0 0 0,0 6 0,0 2 0,0 0 0,0-2 0,2-20 0,-1-5 0,0 21 0,1-32 0,-2 4 0,0 0 0,0-11 0,0-11 0,0-6 0</inkml:trace>
  <inkml:trace contextRef="#ctx0" brushRef="#br0" timeOffset="533">15747 8521 24575,'43'31'0,"0"0"0,10 9 0,0 3 0,4 1 0,-1 0 0,-6-2 0,-3-1 0,-5-4 0,-5-5 0,-5 0 0,-8-13 0,1-49 0,0-12 0,2-7 0,-2-2 0,-1 0 0,2 2 0,-3 4 0,-3-1 0</inkml:trace>
  <inkml:trace contextRef="#ctx0" brushRef="#br0" timeOffset="1200">20829 8022 24575,'0'53'0,"0"-12"0,0 6 0,0 21 0,0 4-593,0-1 0,0 1 593,0-13 0,0 3 0,0-4 0,0 5 0,0-4 0,0-5 0,0-4 0,0 12 387,0-38-387,0-7 0,0-13 0,0 1 0</inkml:trace>
  <inkml:trace contextRef="#ctx0" brushRef="#br0" timeOffset="1684">20707 8739 24575,'8'9'0,"3"5"0,2-3 0,0 5 0,-1-7 0,7 14 0,-2-3 0,8 9 0,-12-13 0,9 3 0,-8-9 0,1 2 0,-4-3 0,-5-6 0,0 0 0,6-8 0,12-22 0,-11 15 0,6-13 0</inkml:trace>
  <inkml:trace contextRef="#ctx0" brushRef="#br0" timeOffset="2600">22689 7889 24575,'0'33'0,"-5"15"0,2-3 0,0 5 0,-3 4 0,0 0 0,2-1 0,1 1 0,-3 11 0,0 0 0,3-15 0,-1 0 0,1 13 0,-1-3 0,1-19 0,1-2 0,1 8 0,2-5 0,-1-7 0,0 6 0,0-35 0,0-4 0</inkml:trace>
  <inkml:trace contextRef="#ctx0" brushRef="#br0" timeOffset="3250">22486 8756 24575,'26'45'0,"-5"-17"0,2 8 0,0 2 0,4-1 0,-3 5 0,-5-17 0,-9-15 0,1-2 0,24-49 0,-24 30 0,21-30 0</inkml:trace>
  <inkml:trace contextRef="#ctx0" brushRef="#br0" timeOffset="6500">29369 7995 24575,'0'71'0,"0"-1"0,0-8 0,0-4 0,0-9 0,0-4 0,0 13 0,0-26 0,3-12 0,-3-5 0,3-6 0,-3-6 0</inkml:trace>
  <inkml:trace contextRef="#ctx0" brushRef="#br0" timeOffset="7784">29200 8277 24575,'24'45'0,"-3"-9"0,-4-9 0,1 9 0,-5-13 0,7 20 0,-4-18 0,-2 3 0,-2-9 0,-5 3 0,5 15 0,0 1 0,1 5 0,-6-15 0,-1-16 0,0-9 0,24-39 0,-8 4 0,1-4 0,0-4 0,0 0-236,2-3 0,-4 3 236,-4-3 0,-3 9 0,-10 17 0,-1 4 0,-3 10 0</inkml:trace>
  <inkml:trace contextRef="#ctx0" brushRef="#br0" timeOffset="9250">36760 8168 24575,'6'46'0,"0"0"0,-3 2 0,4 11 0,4 15 0,-2-1-1025,-3-12 1,-1 0 0,1 2 1024,3 0 0,1 4 0,0 1 0,-1-4 0,0 10 0,-1-3 0,1-5 323,1-12 0,2-4 0,-1-5-323,0 0 0,-1-6 505,6 4-505,-1-11 0,-11-24 0,-2-8 0</inkml:trace>
  <inkml:trace contextRef="#ctx0" brushRef="#br0" timeOffset="10002">36713 8964 24575,'0'2'0,"3"2"0,23 16 0,4-4 0,20 26 0,11-8 0,-1 9 0,-17-15 0,-1-2 0,6 2 0,6 13 0,-35-36 0,-7-2 0,3-52 0,1-14 0,-2-6 0,3 2 0,-12 31 0,1 9 0,-3 6 0,-3 18 0</inkml:trace>
  <inkml:trace contextRef="#ctx0" brushRef="#br0" timeOffset="27766">18250 7785 16359,'-6'11'0,"-5"13"1695,-1 22 1,0 7-1696,1-9 0,0 2 0,-3 24 0,1 1 0,4-26 0,1-3 733,2 1 0,2-3-733,-3 1 196,4-8 0,3-27 0,0-3 0</inkml:trace>
  <inkml:trace contextRef="#ctx0" brushRef="#br0" timeOffset="28350">18037 8243 24575,'5'32'0,"6"-4"0,10 42 0,1-20 0,3 13 0,-3-16 0,-4-13 0,-4-12 0,-2-14 0,17-25 0,21-25 0,-16 15 0,4-11 0</inkml:trace>
  <inkml:trace contextRef="#ctx0" brushRef="#br0" timeOffset="31051">40066 8957 24575,'4'13'0,"8"21"0,-4-2 0,2 9 0,6 15 0,3 10 0,-3-1-2403,-6-12 0,-1-2 0,0 2 2403,6 17 0,2 3 0,-4-8 0,-8-14 0,-2-7 2065,4 26-2065,-5-41 0,-1-8 0,2-16 0</inkml:trace>
  <inkml:trace contextRef="#ctx0" brushRef="#br0" timeOffset="31817">40134 8726 8191,'72'-13'0,"1"0"0,-19 5 0,4 0 0,1 1 0,-3 0 1215,4 1 0,-2 1 0,5 0-1215,-3 1 0,6 0 0,2 0 0,-3 1 0,-8 2 0,17 4 0,-3 1 0,-2-1 0,6-1 0,-6 2 0,8 3 0,-10 0 0,-26-3 0,-4 0 2965,21 4-2965,-38-5 1885,6 7-1885,1 0 6237,21 3-6237,-7-5 1652,-5 0-1652,-3-4 0,-25-1 0,6 4 0,-24 9 0,-10 7 0,-4 24 0,-2 9 0,-2-1 0,1 2 0,3 4 0,4-1 0,2-13 0,4-4 0,5 19 0,5-31 0,-3 16 0,4-29 0,3-9 0,0 0 0,0 0 0,0-3 0,0 3 0,0-6 0,0 0 0</inkml:trace>
  <inkml:trace contextRef="#ctx0" brushRef="#br0" timeOffset="32466">41006 9516 10318,'-13'-6'0,"1"-3"5066,-3 2-5066,2-2 2480,-4 3-2480,-1-1 1436,-8 4-1436,-4-1 5275,5 4-5275,10 0 0,16 0 0,38 0 0,26 0 0,-11 0 0,5 0 0,4 0-1068,-7 1 0,4 1 1,3-1-1,-1 1 1,-1 0 1067,8 0 0,-1 0 0,-1 0 0,-3 1 0,6 0 0,-3 0 0,-9 0 0,-6 1 0,-15-1 0,-22-3 0,-9 0 0,-4 0 0</inkml:trace>
  <inkml:trace contextRef="#ctx0" brushRef="#br0" timeOffset="33034">43847 8474 18922,'-9'3'0,"2"3"2490,-15 45-2490,13 15 0,4 13 0,-2-19 0,1 2 0,1 4-1247,3-4 0,1 4 1,2-1-1,0-2 1247,4 7 0,1-4 0,-1-4 0,0 5 0,1-7 834,7-3 0,1-11-834,-6-18 294,8 13 0,-10-32 1,-3-6-1</inkml:trace>
  <inkml:trace contextRef="#ctx0" brushRef="#br0" timeOffset="34366">45327 8819 24575,'4'3'0,"-4"0"0,-1 6 0,-2 8 0,3 12 0,7 10 0,-3-6 0,4-5 0,-6-8 0,2 4 0,1 10 0,0-9 0,0 15 0,-5-6 0,5 16 0,-4-6 0,4-11 0,-5-8 0,0-12 0,0 12 0,0-11 0,0 13 0,0-10 0,0 8 0,0-12 0,0 11 0,0-10 0,-3 6 0,-9-5 0,-3-1 0,-9 0 0,-8 4 0,-30 12 0,25-12 0,-4-1 0,-12-3 0,-8-1 0,6-1-721,3 4 1,1-3 720,-23-4 0,3-3 0,8-1 0,15-4 0,-4-2 0,6-2 0,1 0 0,0 1 0,2 0 0,-12-5 0,40 4 0,6 3 1441,3 0-1441,0 0 0,0 0 0,0 0 0,0 0 0,2 0 0,2 0 0</inkml:trace>
  <inkml:trace contextRef="#ctx0" brushRef="#br0" timeOffset="34933">43932 8858 20432,'-3'-3'0,"27"2"0,20-8 0,7 2 0,7-2 0,6-2 0,9-2-643,-9 0 0,8-2 0,3 0 0,-3 1 643,-10 3 0,-1 0 0,0 0 0,3-1 0,2-1 0,6 0 0,0-1 0,-3 1 0,-10 2 649,-3 2 1,-7 0 0,-3 1-650,28-4 0,-31 4 269,-49 8 0,1 0 0,-3 0 0</inkml:trace>
  <inkml:trace contextRef="#ctx0" brushRef="#br0" timeOffset="35600">46979 8588 24575,'6'3'0,"13"29"0,1 1 0,2 6 0,7 28 0,0 3-2139,2-8 1,0 1 2138,-13-13 0,-2 1 0,0-5 0,4-7 0,-2-2 658,-4 5 0,-2-2-658,9 1 697,-12-5-697,-3-30 0,-6 0 0,3-6 0</inkml:trace>
  <inkml:trace contextRef="#ctx0" brushRef="#br0" timeOffset="36418">47293 8697 24575,'22'-4'0,"8"-2"0,15 5 0,4 1 0,18-3-2377,-14 3 1,3 0 2376,-3 0 0,2 0 0,-7 0 0,3 0 0,5 0-141,6-1 0,4-1 0,3 0 0,-2-1 141,-5 2 0,-1-1 0,1 0 0,4-2 0,2-1 0,5-1 0,1-1 0,-3 0 0,-5 0-312,8 1 0,-7 0 0,6-2 312,-11 1 0,6-1 0,0 0 0,-1 0 0,-5 1 0,10-1 0,-5 1 0,-1 0-364,1 0 0,0-1 0,-7 1 364,-1 1 0,-13 1 1854,-24 0-1854,-22 10 1467,-7 12-1467,-2 40 0,-1 13 0,1 6 778,4-26 1,1 4-779,-1 0 0,-2 8 0,1 1 0,2-7 0,2 15 0,2-4 0,-2-10 0,-1 1 0,1-4 0,1 0 0,2-8 0,-1-3 374,0-37 1,0-4 0,0-5 0</inkml:trace>
  <inkml:trace contextRef="#ctx0" brushRef="#br0" timeOffset="36900">48149 9615 24575,'-6'0'0,"45"5"0,31 0 0,-20-4 0,4-1 0,3 1-1071,-1 1 0,3 1 0,2 0 0,1-2 1071,13-3 0,3-2 0,-2-1 0,-9 2 0,4 1 0,-6 0 0,-10-4 0,1-1 0,-18 2 1205,-22 5-1205,-3-4 180,-12 4 1,1 0 0,-5 0 0</inkml:trace>
  <inkml:trace contextRef="#ctx0" brushRef="#br0" timeOffset="38383">41023 8728 8191,'0'-9'0,"2"0"5063,-1-3-5063,4-8 2818,4-3-2818,3-6 1719,15-9-1719,11-20 0,-7 16 0,3-4 0,4-7 0,0 1 3018,-1 4 0,2-1-3018,-3-1 0,3-4 0,-1 4 0,5 0 0,1 0 0,-4 1 0,3-2 0,-2 5 0,4 4 0,-1 5 0,-5 5 0,-2 2 0,-7 7 0,1 1 0,13-3 0,4 1 0,2 3 0,3 1 0,-3 2 0,4 0 0,5 2 0,-2 3 0,5 1 0,2 2 0,2 0-1304,-7 3 0,2 0 0,1 1 0,0 0 0,-2 0 1304,8-2 0,-2-1 0,1 1 0,5 1 0,-7 2 0,5 0 0,2 1 0,1 0 0,-4 0 0,-4 1-368,5 0 1,-5 0 0,-2 1 0,3-1 367,7-1 0,2-1 0,-1 1 0,-5 1 0,0 3 0,-5 0 0,-5 0 0,5 0 0,-7 0 0,-11 0 0,0 0 0,14 0 0,0 0-14,-18 0 1,0 0 13,21 3 0,3 1 0,0 2 0,0 2-317,4 2 0,-2 2 317,-5-2 0,-6 1 0,-1 6 2614,-1-2 0,3 2-2614,-8 2 0,2 2 0,4-1 0,5 2 0,-3 0 171,10 7 1,-5-1-172,-12-8 0,0 0 0,7 5 0,-3 0-111,10 4 111,-21-8 0,5 4 0,-3-2 0,0 1 0,-2 0 804,6 7 1,-1 0-805,-12-7 0,-2 0 0,18 19 268,0 3-268,-23-13 1877,14 8-1877,-20-13 184,-1 2-184,-6-14 0,-5 6 0,3-7 0,-1 6 0,-4-8 0,-5-5 0</inkml:trace>
  <inkml:trace contextRef="#ctx0" brushRef="#br0" timeOffset="39551">45223 8589 24575,'-4'-9'0,"2"-6"0,2 2 0,0-8 0,5 3 0,6-6 0,2 5 0,29-32 0,-15 24 0,4 0 0,13-16 0,4 0 0,0 6 0,0 1 0,3-1 0,-1 3 0,-11 12 0,-1 2 0,8-5 0,3 0 0,21-1 0,1 3 0,-16 3 0,0 1 0,-5 3 0,3 0 0,-7 3 0,21 1 0,-14-1 0,-11 8 0,20 1 0,9-4 0,-24 7 0,1 1 0,19-5 0,-14 5 0,-21 0 0,-11 3 0,6 1 0,-7 4 0,3 0 0,-8-2 0,-3 2 0,11 3 0,9 10 0,7 6 0,8 3 0,5 3 0,-9-3 0,2 2 0,-2-1-1296,12 3 1,-1 2 1295,-8-4 0,1 3 0,-4-4 0,-8-7 0,-1-1 0,27 18 0,1 1 0,-20-11 0,-2-2 0,-5-5 0,-1-1 0,0 1 0,-6-3 0,-11-8 0,-9-7 0</inkml:trace>
  <inkml:trace contextRef="#ctx0" brushRef="#br0" timeOffset="40467">45834 7671 24575,'73'-10'0,"-22"0"0,4-1 0,4-3 0,2-1-1143,-10 3 1,1-1 0,-3 2 1142,-5 1 0,1 3 0,16-2 0,9 2 0,-5 1-80,2 5 1,0 0 79,2-1 0,5-1 0,-4 1 0,-16 3 0,-3 2 0,-2 0-779,14 4 0,-1 1 779,2 0 0,2 1 0,5 5 0,2 1-217,-19-7 0,2-1 0,1 0 217,8 3 0,1 1 0,-2-1 0,-7-3 0,-3-1 0,-3 1 0,7 0 0,-5 0 0,-12-5 0,-6 1 1408,-5 1-1408,9 4 873,0 4-873,-9 4 2644,-9-6-2644,-6 9 870,-6-8-870,1 13 0,4 5 0,-3 10 0,0 2 0,-3 4 0,-4-19 0,3 16 0,-3-20 0,0 4 0,-2-15 0,-2-8 0</inkml:trace>
  <inkml:trace contextRef="#ctx0" brushRef="#br0" timeOffset="41350">41080 7197 24575,'3'22'0,"1"-2"0,4 36 0,-3-8 0,0-1 0,0-2 0,-4-5 0,4 7 0</inkml:trace>
  <inkml:trace contextRef="#ctx0" brushRef="#br0" timeOffset="42417">40641 8554 24575,'6'14'0,"-5"7"0,9 32 0,-6-23 0,2 41 0,-4-48 0,1 19 0,-2-24 0,1-9 0,-2-3 0</inkml:trace>
  <inkml:trace contextRef="#ctx0" brushRef="#br0" timeOffset="43835">40684 8404 24575,'9'0'0,"10"0"0,46 0 0,-16 0 0,5 0 0,0 0 0,-8 0 0,26-4 0,-41 3 0,3-2 0,-5 0 0,-2 2 0,7-1 0,-6 2 0,-7 0 0,-7-3 0,-6 2 0,2-1 0,7 2 0,-3 0 0,0 0 0,-5 0 0,8 0 0,0 0 0,18 0 0,-4 0 0,0 0 0,-5 2 0,-14-1 0,0 2 0,-6-3 0,0 0 0,16 0 0,-9 0 0,18 0 0,-17 0 0,0 0 0,-5 0 0,-6 2 0,0 9 0,-6 7 0,2 11 0,-5 4 0,1 12 0,2-20 0,-1 7 0,4-25 0,0 4 0,0 4 0,-3 13 0,2-7 0,-2 22 0,3-27 0,0 11 0,0-18 0,0-3 0,0-3 0</inkml:trace>
  <inkml:trace contextRef="#ctx0" brushRef="#br0" timeOffset="45216">40597 8944 24575,'71'-3'0,"0"0"0,-15 3 0,0 0 0,-6-1 0,-11-4 0,-2 0 0,11 4 0,-4 1 0,-10-3 0,3 3 0,-5 0 0,-9 0 0,-8 0 0,-3 0 0,6 0 0,-2-3 0,4 2 0,-7-1 0,-1 2 0,2-3 0,2 0 0,3-3 0,-5 2 0,-2 1 0,5 0 0,-3-1 0,2 0 0,-2 2 0,-4 2 0,2 0 0,0-3 0,-6 2 0,6-1 0,-3-1 0,0 2 0,3-2 0,-6 1 0,3 1 0,2-2 0,5 3 0,0 0 0,1 0 0,-7-2 0,-2 1 0,-4-2 0,-2 3 0</inkml:trace>
  <inkml:trace contextRef="#ctx0" brushRef="#br0" timeOffset="47236">40310 8179 24575,'7'23'0,"-1"-3"0,-2 1 0,2 6 0,-5-11 0,2 18 0,1-4 0,-1-5 0,7 7 0,5-12 0,19 20 0,15 0 0,-6-6 0,13 3 0,-32-24 0,1-1 0,-13-9 0,1-3 0,40 0 0,7 0 0,7 0 0,-23 0 0,-35 0 0,-7 0 0,-5 0 0</inkml:trace>
  <inkml:trace contextRef="#ctx0" brushRef="#br0" timeOffset="47933">40495 8321 24575,'30'16'0,"-1"1"0,15 9 0,-15-5 0,-12-10 0,-5-3 0,-6 1 0,3 0 0,-3 6 0,-3-2 0,0-1 0,-3-3 0,0 5 0,-3 7 0,-7 6 0,2 3 0,-17 2 0,14-11 0,-8 2 0,8-11 0,4 0 0,-2-2 0,6-4 0,0-4 0</inkml:trace>
  <inkml:trace contextRef="#ctx0" brushRef="#br0" timeOffset="49383">42078 8276 15881,'0'9'0,"-4"8"3750,-14 11-3750,5-5 1499,-30 19-1499,21-24 802,-26 12-802,12-22 2643,-9-1-2643,15-7 0,4 0 0,11-3 0,5-3 0,-7-6 0,6-1 0,-1 1 0,6 6 0,3 3 0</inkml:trace>
  <inkml:trace contextRef="#ctx0" brushRef="#br0" timeOffset="49984">41719 8403 24575,'-11'35'0,"4"-7"0,4-5 0,3-9 0,2 1 0,4-2 0,7 2 0,-1-9 0,3 2 0,0-7 0,3 2 0,-2-3 0,6 3 0,-11 0 0,5 1 0,-7 2 0,-2-3 0,-4 0 0,-7 0 0,1-3 0,0 0 0</inkml:trace>
  <inkml:trace contextRef="#ctx0" brushRef="#br0" timeOffset="55900">41081 9094 24575,'6'8'0,"-3"13"0,0 48 0,-3-14 0,0 5 0,-3 10 0,0 2-1432,3-1 1,-1-4 1431,-5-18 0,1-4 676,4 15-676,-7-29 0,8-11 0,-3-11 0,3-7 0</inkml:trace>
  <inkml:trace contextRef="#ctx0" brushRef="#br0" timeOffset="56650">41058 9234 24575,'-6'3'0,"0"6"0,-14 25 0,10-9 0,-10 12 0,13-20 0,-2-2 0,0-5 0,-4 4 0,4-10 0,0 2 0,6-6 0,0 0 0</inkml:trace>
  <inkml:trace contextRef="#ctx0" brushRef="#br0" timeOffset="57166">41089 9157 24575,'34'50'0,"-4"1"0,1-1 0,-1 3 0,-18-21 0,4 1 0,-9-15 0,-4-10 0</inkml:trace>
  <inkml:trace contextRef="#ctx0" brushRef="#br0" timeOffset="62583">40602 8286 24575,'-3'19'0,"2"6"0,-8 17 0,-2 6 0,4-12 0,0 2 0,-5 30 0,-1-1 0,3 6 0,4-2 0,6-45 0,0-13 0,0-4 0,0-2 0,0 7 0,3-2 0,-2 9 0,7 2 0,4 4 0,4-6 0,15 13 0,-3-9 0,5-1 0,4 0 0,9 10 0,1-7 0,1-1 0,11 13 0,-23-19 0,1-2 0,16 9 0,-3-10 0,-11-10 0,2-1 0,-1 2 0,2-1 0,4-3 0,0 0 0,23 2 0,-38-6 0,9-12 0,-6-4 0,-1 0 0,3-3 0,-2-1 0,-1 0 0,24-9 0,3-9 0,-28 18 0,7-9 0,-1-14 0,-16 5 0,2-1 0,-13-3 0,-7-7 0,-5 8 0,-2-4 0,-5-10 0,-2 1 0,3 14 0,-3 0 0,-7-10 0,-5 3 0,-19-6 0,14 12 0,-1 0 0,-19-12 0,18 19 0,0 1 0,-19-9 0,18 13 0,-1-1 0,-5 3 0,2 1 0,-8-16 0,10 19 0,1 2 0,-4-5 0,-13-2 0,14 15 0,0 6 0,-1 1 0,-24 5 0,9-3 0,-5 3 0,-7 2 0,7 4 0,-1 2 0,-14 1 0,0 2 0,5 3 0,6 1 0,-3 7 0,0 3 0,36-8 0,-25 20 0,4-1 0,-5 11 0,17-16 0,-3 11 0,8 2 0,0 9 0,0 11 0,18-22 0,-2 14 0,9-32 0,-1 31 0,17-5 0,17 13 0,-1-19 0,2-3 0,10 3 0,6-2 0,3-1 0,-14-16 0,0 0 0,19 17 0,0-1 0,-17-14 0,-1-3 0,2 3 0,-3-2 0,9 8 0,4-4 0,-16-7 0,-14-15 0,-14-6 0,0 0 0</inkml:trace>
  <inkml:trace contextRef="#ctx0" brushRef="#br0" timeOffset="71901">40622 8433 24575,'-9'0'0,"3"0"0,3 0 0</inkml:trace>
  <inkml:trace contextRef="#ctx0" brushRef="#br0" timeOffset="72552">41374 9083 24575,'0'17'0,"0"27"0,-3 13 0,-1 9 0,4-6 0,-1 7-746,-5-5 1,-2 9 0,-1 2 0,2-8 745,3-10 0,1-5 0,-2 3 0,-5 17 0,-4 4 0,3-11 188,4-20 0,1-8 1,-6 6-1,9-28 1</inkml:trace>
  <inkml:trace contextRef="#ctx0" brushRef="#br0" timeOffset="72935">41253 9358 24575,'0'0'0</inkml:trace>
  <inkml:trace contextRef="#ctx0" brushRef="#br0" timeOffset="73950">41135 9029 24575,'0'42'0,"0"1"0,-3 16 0,0 5 0,-1 7 0,0 2 0,1-22 0,1 1 0,-1-4 0,-3 4 0,1-7 0,3 11 0,-2-26 0,4-27 0</inkml:trace>
  <inkml:trace contextRef="#ctx0" brushRef="#br0" timeOffset="74683">41309 8959 8191,'23'16'0,"5"-2"5063,-11 0-5063,5-4 2818,-13 1-2818,6 1 1719,3 1-1719,-2 2 6784,-1-6-6784,-6-3 0,-3 2 0,5-1 0,-1 2 0,5 0 0,-6-3 0,0 0 0,-6-3 0,0 0 0</inkml:trace>
  <inkml:trace contextRef="#ctx0" brushRef="#br0" timeOffset="76951">39625 7496 24575,'6'2'0,"17"36"0,2 14 0,-13-17 0,0 2 0,17 25 0,0 5 0,-12-6 0,-3-3 0,-2-21 0,0-1 0,2 7 0,0-3 0,-1-3 0,-2-24 0,-5-3 0,5-3 0,2 5 0,5 0 0,-2-5 0,-2 1 0,-2-5 0,3 0 0,3 3 0,-2-3 0,12 0 0,-13 3 0,7-6 0,-5 6 0,2-5 0,4 5 0,-4-5 0,-4 2 0,-6-3 0,-3 0 0,0 0 0,-6 0 0,2 0 0,-5 0 0</inkml:trace>
  <inkml:trace contextRef="#ctx0" brushRef="#br0" timeOffset="77534">40070 7931 24575,'13'9'0,"4"5"0,0 10 0,2-1 0,1 7 0,-8-13 0,-5 3 0,-4-11 0,-3 8 0,-3-4 0,-18 32 0,-9-1 0,7-13 0,-2 0 0,-3-1 0,0-1 0,-21 19 0,21-20 0,2-1 0,-9 8 0,8-8 0,16-18 0,8-9 0</inkml:trace>
  <inkml:trace contextRef="#ctx0" brushRef="#br0" timeOffset="80551">24599 8189 24575,'0'66'0,"0"1"0,0 0 0,0-1 0,0 1 0,0 10 0,0 1 0,0-5 0,0-6 0,0-12 0,0-6 0,0-1-2497,0 25 0,0 0 2497,0-19 0,0 1 0,0-3 0,0 13 0,0-2 756,-1 9 0,2-4-756,2 5 202,1-14 1,0-46 0,-2-13 0</inkml:trace>
  <inkml:trace contextRef="#ctx0" brushRef="#br0" timeOffset="81016">24451 8987 24575,'6'6'0,"3"8"0,12 24 0,2 12 0,9 2 0,-11-14 0,-2-18 0,-7-14 0,3-3 0,5-16 0,13-7 0,2-25 0,16-10 0,-22 10 0,1-9 0,-2 5 0,-1 5 0,-2 1 0,12-20 0,-6 7 0,-20 28 0</inkml:trace>
  <inkml:trace contextRef="#ctx0" brushRef="#br0" timeOffset="81568">27899 8386 24575,'5'63'0,"-1"-21"0,-1 5 0,2 10 0,0 8 0,0-5 0,-1 2 0,-1-1 0,0-6 0,0 4 0,-1-10 0,1 9 0,-2-12 0,2-24 0,-3-20 0</inkml:trace>
  <inkml:trace contextRef="#ctx0" brushRef="#br0" timeOffset="81967">27821 8650 24575,'0'31'0,"6"-9"0,-2 8 0,10-11 0,-1-9 0,16 25 0,12 1 0,-10-2 0,4-3 0,-22-16 0,0-5 0,-2 4 0,-5-11 0,-4 0 0</inkml:trace>
  <inkml:trace contextRef="#ctx0" brushRef="#br0" timeOffset="82850">32610 8451 24575,'6'49'0,"0"-10"0,1 4 0,2 7 0,0 1 0,-2-4 0,0-4 0,3 17 0,-7-39 0,-2-9 0,1-7 0</inkml:trace>
  <inkml:trace contextRef="#ctx0" brushRef="#br0" timeOffset="83283">32539 8710 24575,'29'37'0,"-9"-12"0,3-4 0,-11-9 0,5-5 0,16 14 0,2-4 0,-5 0 0,-11-7 0</inkml:trace>
  <inkml:trace contextRef="#ctx0" brushRef="#br0" timeOffset="83767">33855 8344 24575,'15'66'0,"-6"-16"0,-4-4 0,-5 15 0,0-2 0,1-14 0,1-2 0,-2-2 0,3 2 0,-3-38 0,0 3 0</inkml:trace>
  <inkml:trace contextRef="#ctx0" brushRef="#br0" timeOffset="84118">33841 8750 24575,'0'6'0,"6"-3"0,0 5 0,4-4 0,9 9 0,-3-1 0,3 1 0,-3-1 0,-4 0 0,7-8 0,-6 4 0,1-8 0,-11 3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9:11:21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25170 6829 24575,'-9'73'0,"1"-2"0,8-27 0,0 0 0,0 21 0,0-7 0,0 2 0,1-8 0,-2-1 0,-3-6 0,-2 2 0,2 7 0,-1 6 0,-1-8 0,-2-12 0,-1 1 0,0 14 0,-1 7 0,3-9 0,-1 14 0,2-17 0,1-3 0,5-14 0,0-17 0</inkml:trace>
  <inkml:trace contextRef="#ctx0" brushRef="#br0" timeOffset="455">24820 7676 24575,'16'19'0,"26"30"0,-4-5 0,-9-11 0,-1-2 0,4-2 0,-6-4 0,-9-11 0,-5-4 0,6-1 0,0-3 0,6-3 0,-11 0 0,-2-3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9:11:39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33207 9510 24575,'50'14'0,"0"1"0,7-4 0,6-1 0,6 1 0,-7-2 0,5 1 0,4 0 0,0 0 0,-1-2-1315,-5-1 0,0-2 0,0 1 0,2-2 0,1 0 1315,-1 0 0,1-1 0,2 0 0,0-1 0,2 0 0,0-1-509,-4 0 1,0 0 0,1-1 0,0-1 0,2 1 0,1 0 0,1-1 508,-7 1 0,2 0 0,1 0 0,1 0 0,1 0 0,0 0 0,-1 0 0,0 0 0,-1 0-268,5 0 1,-1 0-1,1 0 1,-1 0-1,-1 0 1,1 0-1,0 0 1,-1 0 267,0 0 0,1 0 0,0 0 0,-1 0 0,0 0 0,-2 0 0,-2 0 0,-2 0-432,5 0 0,-3 0 1,-1 0-1,-3 0 0,-1 0 1,-1 0 431,15 0 0,-4 0 0,0 0 0,2 0 0,-5 0 0,2 0 0,1 0 0,1 0 0,1 0 0,-10 1 0,2-1 0,0 0 0,1 0 0,-1 0 0,1-1-90,0 0 1,-1-1 0,0-1 0,2 0 0,1 0 0,3 1 89,-6-1 0,3 2 0,3-1 0,0 0 0,1 0 0,-2 0 0,0-2 0,-4 0 0,0-1 0,-2-2 0,-1 0 0,-1-1 0,-1 0 0,0 1 0,-1-1 0,4 1 0,0-1 0,-2 1 0,0-1 0,0 0 0,-1 0 0,9-1 0,-1-1 0,0 0 0,-2-1 0,-3 0 245,3-4 1,-3-1 0,-2 0 0,3 0-246,4 1 0,1 1 0,1-1 0,2-1 0,-7 0 0,1-2 0,2-1 0,-2 0 0,-3 1 179,4-2 0,-2 0 1,-3 1-1,0 1-179,-8 3 0,0 0 0,-2 1 0,-1-1 0,10-5 0,-2-1 0,2 0 373,-7 5 1,3 0 0,1-1-1,2 0-373,-1-2 0,2 0 0,2-1 0,1 0 0,0 1 0,-6 2 0,0 1 0,1 1 0,0-1 0,2 0 0,1 0-122,-2 0 0,2 0 1,2 0-1,0 0 0,-1 1 1,-2 0-1,-3 1 122,3 0 0,-3 2 0,-2 0 0,2-1 0,4 0 0,-2 0 0,3-1 0,2-1 0,2 0 0,0 0 0,-2 1 0,-2 1-86,1-1 1,-2 2-1,0 0 1,-1 0 0,0 0-1,0 0 86,0-1 0,1 0 0,-1 0 0,0 0 0,-1 0 0,0 1 0,11-2 0,2 0 0,-2 1 0,-5 1 0,-7 1 0,-6 0 0,-7 1 0,0 0 0,24-4 0,-13 2 2332,-28 5-2332,13-5 1824,-25 5-1824,3-4 5483,-11 2-5483,-17 6 3929,-9 0-3929,-38 3 0,-9-9 0,-8-3-2041,6 0 0,-3-2 2041,-1-2 0,-4-3 0,2-2 0,10-2 0,3-2 0,-6-2 0,9 6 0,-4-1 0,-3 0 0,-3-1 0,0 1 0,1 1 0,-1 0 0,-3-1 0,0 1 0,-2 1 0,0 1 0,4 2 0,-1 0 0,-2 1 0,0 1 0,0 0 0,0 1 0,1 0-776,0 1 0,-1 1 0,1 0 0,0 1 0,0 1 0,1 1 0,2 1 776,-5 1 0,2 2 0,0 1 0,1 1 0,1 0 0,1 0-353,-3 0 0,1 1 1,2 1-1,-2 0 1,-1 0 352,5 0 0,-1 1 0,-1-1 0,0 1 0,-1 1 0,-1 0 0,-4 0 0,-2 1 0,0 1 0,-1-1 0,-1 2 0,0 0-311,5-1 1,-2 1-1,0 1 1,0 0 0,0 0-1,0 1 1,1 1 310,2 0 0,-1 1 0,0 0 0,1 1 0,1 0 0,1 1 0,2 0-193,-3 1 0,1 0 0,2 1 0,0 1 0,3-1 0,1 1 193,-15 3 0,2 1 0,3 1 0,3-1 0,-7 2 0,4 1 0,-3 0 496,6-2 0,-4 0 0,-1 1 0,4-1-496,10-3 0,3-1 0,0 1 0,-4 0 0,-5 0 0,-4 2 0,-1 0 0,1-1 0,6-2-96,-8 3 0,5-2 1,-1 0 95,9-1 0,-2 0 0,1 0 0,2-2 0,-2 0 0,2-1 0,-5 1 0,5 0 0,-3 0 0,-4 2 0,-2-1 0,-1 0 0,-1-1 0,-2 0 0,-2 0 0,-2 0 0,-1 0 0,-1 1-116,4 0 0,-1 0 1,-1 1-1,-1 1 0,-2-1 1,0 1-1,-2-1 116,7-1 0,-3 0 0,-1 0 0,-1 1 0,-1-1 0,2 0 0,0 0 0,3 0 0,2-1 0,-1 1 0,2-1 0,1 1 0,2-1 0,0 0 0,0 0 0,-2 0 0,-5 1 0,-1 0 0,-1 0 0,1 0 0,1 0 0,3-2 0,3 0-87,-4-1 1,5-1 0,2 0 0,0 0-1,-2 0 87,-4 2 0,0 1 0,-1 0 0,-1 0 0,-1-1 0,9-1 0,-2-1 0,-1 0 0,1 0 0,1 0 0,0 0-219,-4 1 0,1 0 1,0 0-1,1 1 0,0-1 219,1 0 0,0 0 0,0 1 0,2-2 0,4 0 0,-16 0 0,6-2 0,1 1 563,7 0 0,1 0 0,-3 0-563,0-1 0,-5 1 0,0 0 0,1 0 0,9 0 0,2 1 0,-1-1 0,-4 1 0,-2-2 0,-4 0 0,-1 0 0,1 0 0,5-1 0,2 2 0,3-1 0,2 0 0,0-1 571,-18 1 0,2-2 0,3-1-571,15-1 0,3-1 0,2 0 0,-18 2 0,-1-1 343,13-2 0,-4-1 1,-1-1-344,-11 1 0,-2 0 0,-3 0 0,12 0 0,-3 0 0,0 0 0,1 0 569,3 0 0,1 0 0,1 0 0,2 0-569,-7 0 0,2 0 0,6 0 0,4 1 0,5-2 647,7-5 0,4-2-647,-3-6 2628,-14-9-2628,36 11 1059,12 6-1059,17 6 889,4 2 1,-7-1-1,3 2 1</inkml:trace>
  <inkml:trace contextRef="#ctx0" brushRef="#br0" timeOffset="19333">21397 22010 16121,'-6'5'0,"2"27"3419,1 18-3419,0-4 0,-3 10 0,1 1 0,2-4 0,0 1 0,-1 6-479,-3 8 1,-1 8-1,-1 2 1,2-2 478,2-7 0,0 1 0,1-2 0,0 0 0,-1-2 0,1 0 0,0-1 0,0 0 0,0-3 0,1-1 0,0 1 0,0-1 143,2 0 1,1 1-1,0-2 1,0-2-144,-2 2 0,0-2 0,0-1 669,2 2 0,0-1 0,0-10-669,0 4 0,0-43 0,0-7 0</inkml:trace>
  <inkml:trace contextRef="#ctx0" brushRef="#br0" timeOffset="20717">21287 22148 24575,'3'-4'0,"-2"-1"0,62-3 0,-15 4 0,1-1 0,11 0 0,0 1-1611,-4 2 1,-1 2-1,2 0 1611,8-2 0,1-1 0,4 1 0,-4 1 0,5 1 0,-1 0 0,-4 1 0,2-1 0,-4 0 0,4 0 0,-6 0 0,3 0 0,1 0 0,0 0 0,-3 0 0,0 0 0,1 0 0,4 0 0,1 0 0,3 0 0,3 0 0,2 0 0,2 0 0,-12 0 0,2 0 0,3 0 0,0 0 0,1 0 0,-1 0 0,-2 0-637,-3 0 1,-1 0-1,0 0 1,-1 0 0,1 0-1,-1 0 1,1 0 636,1 0 0,0-1 0,1 1 0,0 0 0,-2 0 0,-2 0 0,-3 1-300,4 0 0,-4 1 0,-2-1 0,0 1 0,2 0 300,4-2 0,0 0 0,1-1 0,1 2 0,0 1 0,5 2 0,1 2 0,1 1 0,0 0 0,0-1-533,-11-2 0,1-1 0,1 0 0,-1 0 0,-3 0 0,-1 2 533,10 2 0,-3 1 0,-1 1 0,-1-1 0,-2-2 0,0 0 0,-2-1 0,-5 1 510,17 6 1,-1-1-511,-6-5 0,4 0 0,2 0 0,-16-1 0,1 1 0,0 1 0,0-2 952,16 3 0,-1-1 0,1-1-952,-16-3 0,3 0 0,-2-2 0,-3 2 0,4 1 0,-3 0 0,3 0 0,-2 0 0,4 0 0,-1-1 0,-3 0 362,0-2 1,-4 0 0,2 0-363,9 5 0,2 2 0,-3-2 0,8-3 0,-5 0 0,-12 0 0,-4 1 0,-6-2 0,-6 0 0,3-2 2820,-3 0 1,0 0-2821,9 0 984,18 0-984,-25 0 1510,-25 0-1510,-9 8 885,-16 37-885,1-1 0,0 4 0,1-5 0,1 2 0,-4 20 0,4-2 0,6-24 0,0 0 0,-4 20 0,-1 3 0,5-2 0,1 0-270,-3-5 0,0-2 270,3-12 0,0-4 0,0 2 0,0-2 0,0 1 0,0 10 0,5 14 0,2-12-359,-5-10 0,2 2 359,7 32 260,-7-18 0,0-1-260,6 14 0,-6-26 0,-1-5 0,0-16 0,-3-9 0,0-10 0</inkml:trace>
  <inkml:trace contextRef="#ctx0" brushRef="#br0" timeOffset="21883">21414 24508 24575,'14'0'0,"11"0"0,21 0 0,15 0 0,-5 0 0,6 0 0,7 0-1579,-4 1 1,5 1-1,5 0 1,2-1 0,-1 1 1578,-6 0 0,0-1 0,2 0 0,1 1 0,0-1 0,0 1-408,-10 1 1,1-1 0,-1 1-1,1-1 1,1 1 0,1 0 0,3-1 407,-6 0 0,2 0 0,2 0 0,0 0 0,2-1 0,-1 1 0,0 0 0,-1 0 0,0 1-185,3-1 0,-1 2 0,0-1 0,-1 1 0,1-1 0,-1 1 0,2-1 0,-1 0 185,5 0 0,-1-1 0,1 0 0,1 0 0,-1 1 0,1-1 0,-1 1 0,-1 0 0,0 0 0,1 1 0,0 1 0,0-1 0,-1 1 0,-3-1 0,-2 1 0,-4-2 0,8 2 0,-4-1 0,-4-1 0,0 1 0,3 0 0,7 0 0,1-1 0,1 1 0,-2-1 0,-3 0-279,1 0 0,-4-1 0,0-1 1,1 1 278,-10-2 0,0 0 0,1 0 0,1 0 0,0 0 0,3 0 0,1 0 0,0 0 0,0 0 0,1 0-191,3 0 0,3 0 1,-1 0-1,-2 0 0,-5 0 191,-5 0 0,-5 0 0,0 0 0,4 0 0,9 0 0,6-1 0,1 1 0,-1 0 0,-6 1 303,-6 0 0,-4 1 0,0 0 1,3 0-304,-1-2 0,3 0 0,1 0 0,1 0 0,-1 2 0,2 1 0,1 2 0,0 0 0,-3 0 0,-7-2 0,2-1 0,-5-2 0,-1 2 0,6 2 0,1 1 0,-13 0 3108,-8-3-3108,-5-1 1642,-14 4-1642,2-4 0,-9 2 0,-6-3 0</inkml:trace>
  <inkml:trace contextRef="#ctx0" brushRef="#br0" timeOffset="22550">28987 23982 24575,'0'44'0,"0"0"0,0 0 0,0-1 0,0-3 0,0 3 0,-1 16 0,2 1 0,1-18 0,1-1 0,2 26 0,1-5 0,2-16 0,2 6 0,-8-46 0,-1-3 0,2-3 0</inkml:trace>
  <inkml:trace contextRef="#ctx0" brushRef="#br0" timeOffset="37017">20191 22492 24575,'0'0'0</inkml:trace>
  <inkml:trace contextRef="#ctx0" brushRef="#br0" timeOffset="38686">24739 21025 24575,'6'6'0,"17"46"0,-11-14 0,0 1 0,0 7 0,3 9 0,-3-1 0,-5-15 0,0 2 0,2 9 0,2 7 0,-2-9 0,1 7 0,-6-6 0,-1-1 0,0 3 0,-3-8 0,0 3 0,0-38 0,0 2 0</inkml:trace>
  <inkml:trace contextRef="#ctx0" brushRef="#br0" timeOffset="39433">24622 21510 24575,'25'14'0,"-6"-3"0,1 2 0,-3 4 0,8 2 0,12 20 0,-8-9 0,4 4 0,-21-17 0,7-1 0,-6-6 0,2 2 0,0-6 0,-3 3 0,14-1 0,13 15 0,8-10 0,-10 6 0,-13-14 0,8-53 0,5 4 0,4-5 0,0-1 0,3-2-750,-9 12 0,2 1 0,-2 5 750,2 3 0,-4 6 0,5-7 0,-14 12 0,-25 17 0,-2 0 0,0 3 0,0 0 0</inkml:trace>
  <inkml:trace contextRef="#ctx0" brushRef="#br0" timeOffset="42042">33718 7447 24575,'-11'47'0,"-1"7"0,0 9 0,0-3 0,-3 9-2152,0-11 0,-1 3 0,1-2 2152,3-10 0,2-1 0,-3 4 0,-4 11 0,-4 6 0,-1 2 0,2-3-300,5-13 1,1-2-1,-1 0 1,-1 5 299,-4 6 0,-2 6 0,0 2 0,0 0 0,1-3 0,3-7 0,1 0 0,0-1 0,0-1 0,1 0 0,-6 9 0,1-2 0,0 1 0,3 0 0,3 4 0,3 1 0,1-1 0,0-4 404,-1-1 1,1-3 0,2-1-405,2 2 0,1 1 0,2-9-1,0-7 1,1-11 0,3-18 2927,0-7-2927,3-11 0,-3 0 0,3-3 0</inkml:trace>
  <inkml:trace contextRef="#ctx0" brushRef="#br0" timeOffset="43569">33312 7784 8191,'32'0'0,"2"0"5063,18 0-5063,11 0 0,9 0 0,-22 0 0,1 0 0,4 0 353,5 0 1,4 0-1,2 0 1,-2 0-354,11 0 0,-1 0 0,-1 0 0,-4 0 0,-1 0 0,0 0 0,2 0 0,0 0 0,-2 0 372,-4 0 0,-1 0 0,0 0-372,-1 0 0,1 1 0,2-2 0,-6-2 0,1-1 0,0 0 0,-3 1 1060,-3 2 0,-3 0 1,2 0-1061,15-6 0,3-1 0,-3 1 0,-16 4 0,-3 0 0,5 0 0,4-1 0,5 0 0,2 0 0,3-1 0,-5 1 0,1-2 0,3 1 0,1 0 0,1 1-629,-6 1 1,2 1 0,0 0-1,2 1 1,1-1 0,3 0 628,-7 0 0,4-1 0,1-1 0,1 1 0,1-1 0,-2 1 0,-2 1 0,-3 0 0,4 0 0,-4 2 0,-2 0 0,0 0 0,2 0 0,3 0 0,-2-1 0,4 0 0,2 0 0,1-1 0,0 1 0,-1 0 0,-4 0 0,-5 1-259,9-1 1,-6 1 0,-2 1 0,1-1 0,4 0 258,-7-1 0,4 0 0,1 0 0,1-1 0,-1 1 0,-2 0 0,-2 0 0,8 1 0,-2-1 0,-2 1 0,0 0 0,0-1 0,-1-1 0,0-1 0,0 0 0,-2 0 0,0 1 0,6 0 0,0 0 0,-2 0 0,-2-1 0,11-1 0,-3-1 0,2 0-103,-17 0 1,1-2-1,0 1 1,-1 1 102,14-2 0,0 2 0,6-1 0,-11 3 0,6-1 0,1 1 0,-2 0 0,-8 0 103,-2 1 0,-7-1 0,8 1-103,-4 1 0,7 1 0,4 0 0,1 1 0,-1-1 0,-7 0 353,6 0 0,-5 0 0,0 0 1,2 0-354,-2 0 0,1 0 0,1 0 0,0 0 0,1 0 0,2 0 0,3 0 0,-1 0 0,-3 0 0,-5 0 0,7 0 0,-7 0 0,2 0-4,-9 0 0,2 0 0,-1 0 0,-3 0 4,2 0 0,-3 0 0,2 0 0,12 0 0,4 0 0,3 0-214,-7 0 1,3 0 0,3 0 0,0 0 213,-8 0 0,0 0 0,2 0 0,1 0 0,1 0 0,-4 1 0,2 0 0,0 1 0,1-1 0,-2 1 0,-2-1 0,0-1 0,-3 0 0,0 0 0,-1 1 0,2 0 0,7 1 0,2 1 0,-1 0 0,-2 0 0,-5-1 259,7-2 0,-6 1 0,0-1-259,6 2 0,1 0 0,-9 0 890,-10-2 0,-8 0-890,8 0 3130,-40 8-3130,-10 4 3286,-2 28-3286,0-4 1113,0 18-1113,0-20 71,-1 12 0,-1 3-71,-2 10 0,2-7 0,-1 6 0,-1 4 0,0-4 0,3 2 0,-2 4 0,1 4 0,2-9 0,0-3 0,0-7 0,0 1 0,0-1 0,0 4 0,0 1-853,0 0 0,0 1 0,0-4 853,0 5 0,0 2 0,2 3 0,0 4 0,1-10 0,-2 8 0,3-10 0,-1 2 0,-3-15 0,0-1 0,0-1 0,0 2 0,0 20 0,0-3 0,0-1 0,0-4 0,0-1 0,0-6 639,0-5 1,0-24 0,0-14 0</inkml:trace>
  <inkml:trace contextRef="#ctx0" brushRef="#br0" timeOffset="45350">33398 10552 24575,'37'0'0,"-16"0"0,25 1 0,20-1 0,3-1-1606,-11 0 0,1-1 1,3 0-1,5 0 1606,-1-1 0,4 1 0,4 0 0,2-1 0,1-1 0,0 0-375,-14 0 0,1-1 0,1-1 0,0 0 0,1 0 0,2 0 1,1 0-1,2 1 375,-2 1 0,1-1 0,3 1 0,0 0 0,2 1 0,0-1 0,0 0 0,1 0 0,0 0 0,-1 0-221,-5 0 0,0 0 0,0 0 0,0-1 0,0 1 0,1 0 0,0 0 0,1 0 0,0 0 0,1 0 0,1 1 221,-5 0 0,1 0 0,1 1 0,1 0 0,0 0 0,0-1 0,1 2 0,0-1 0,0 0 0,-1 0 0,0 1 0,0-1 0,-2 0-239,4 0 1,0 0 0,0 1 0,0-1 0,0 0 0,-1 1 0,0-1 0,-1 1-1,-2 0 1,-1-1 0,-2 1 0,-2 0 238,12-1 0,-3 1 0,-3-1 0,-1 1 0,-1 0 0,0 0 0,-1-1 0,1 1-159,9 0 0,1 0 0,0 0 0,-1 0 0,-3 0 1,-4-1-1,-8 1 159,2-1 0,-9 0 0,-1 0 0,7 0 83,2 1 0,6 1 0,3 0 0,0 0 0,0 0 1,-6-1-84,-2 0 0,-3-1 0,-2 0 0,2 0 0,2 1 0,2 1 0,4-1 0,1 1 0,0 1 0,-2-1 0,-3 0 0,11 0 0,-4 0 0,-2 0 0,-1 0 0,-7 0 0,-1 0 0,-3 0 0,-2 0 0,0 0 0,-3 0 0,-3 0 1035,15 0 0,1 0-1035,-11 0 0,4 0 0,4 0 0,1 0 0,4 0 0,4 0 0,1 0 279,-13 1 0,1 0 0,3 1 0,0-1 1,0 1-1,-2-1-279,11-1 0,0 1 0,0-1 0,-2 0 0,0 1 0,-6 0 0,-2 1 0,1-1 0,-1 1 0,1-1 0,3 0 0,1-1 0,0 0 0,0-1 0,-1 1 574,-6 0 1,0 0 0,-1 0 0,0 0 0,1 0-575,2 0 0,0 0 0,1 0 0,0 0 0,0 0 0,1 0 0,0 0 0,1 0 0,-3 0 0,-2 0-86,-3 0 1,-2 0-1,-3 0 1,1 0 85,16 0 0,-2 0 0,-4 0 0,7 0 0,-5 0 382,-11 0 0,-1 0-382,-1 0 0,-1 0 0,-2 0 0,-2 0 0,25 0 0,-30 0 2610,-7-5-2610,26 4 964,-26-3 1,1-1-965,34 0 0,-20-4 3744,-28 4-3744,-7 2 0,-5 3 0,0 0 0,-3 0 0,-3-3 0,-3 3 0,-3-3 0</inkml:trace>
  <inkml:trace contextRef="#ctx0" brushRef="#br0" timeOffset="46917">44148 10831 24575,'23'68'0,"0"1"0,0-1 0,-2-4 0,1 1 0,-3-13 0,3 7 0,0-1 0,-1-4-1342,0-3 0,-2-4 0,1 5 1342,1 10 0,1 7 0,0 3 0,0-4 0,-1-9 0,0 0 0,0-2 0,-2 1 0,-2-2 0,0 1 0,-2-1 0,1 0-1244,5 15 0,0 0 1,-2-3 1243,-3-12 0,-2-2 0,-2 4 0,-2-2 0,-2 5 0,0 0 0,0-3-68,0 7 1,1-2-1,-3 6 68,-2-8 0,-2 5 0,-1 3 0,0 0 0,0-3 0,0 8 0,-1-1 0,0-1 0,-1 1 0,-2 0 0,0 0 0,-2 0 0,-1 0 0,-1 1 0,-1-1 0,-3 0 0,-2-2 0,-4-2 0,-3-1 0,-1 0 0,-3 2 0,2-5 0,-2 2 0,-2 0 0,-1 2 0,-1 0-401,1-6 1,-2 2 0,-1 0 0,-1 0 0,-1-2-1,1-1 401,-5 6 0,-1-2 0,0-2 0,-1 0 0,0-3 0,3-5 0,0-2 0,0 0 0,-1-1 0,-2 0 0,-5 5 0,-3-1 0,0 1 0,-2-1 0,-1 0 0,8-10 0,0-1 0,-1-1 0,-1 1 0,-2 1 0,-2 2-234,4-4 1,-3 1-1,-1 1 1,-1 1-1,-1 1 1,0-1-1,0-1 1,2 0 233,-6 5 0,0 0 0,1-1 0,-1 0 0,1-1 0,-1 0 0,1-1 0,2-4 0,1-1 0,0-1 0,0 0 0,-1 0 0,-1 1 0,-1 1 0,1 0 0,-1 1 0,-1 1 0,0 0 0,-1 1 0,0-1 0,0 0 0,1-1 0,1-1 0,1-1 0,0 0 0,0-1 0,0 1 0,-1 1 0,-1 0 0,-2 2-86,5-4 1,-2 2 0,-1 0 0,-1 2 0,0-1 0,0 1-1,0-1 1,1 1 0,0-2 0,2 0 85,-1 0 0,0 1 0,0-1 0,1 0 0,1-1 0,0 0 0,1 0 0,0-1 0,2-1-248,-7 7 0,1-2 0,0 1 0,2-2 1,1 0-1,0-2 0,2-1 248,-9 8 0,1-3 0,2 0 0,1-2 0,2-1 97,-4 5 0,3-2 0,0 0 0,-3 0-97,7-8 0,-1 0 0,-2 0 0,0 1 0,-1 1 0,3-1 0,-1 1 0,-1 0 0,0 1 0,-2 0 0,-1 0 4,3-5 1,0 1-1,-2 0 1,-1-1-1,0 1 1,-1 0 0,-1 0-5,1-1 0,-1 0 0,-1 1 0,0 0 0,-1-1 0,1 0 0,1-2 0,2-2 0,-7 4 0,3-2 0,0-1 0,0-1 0,0 0 0,-2 1 0,4-3 0,-2 0 0,-1 1 0,0-1 0,1 0 0,0-2 0,2-1 198,-12 5 1,2-2 0,1-1-1,-1 0 1,-3 1-199,5-2 0,-2 0 0,-2 1 0,1 0 0,0-1 0,2 0 0,5-3 0,2 1 0,0-1 0,0-1 0,-1 1 0,0-2 0,-5 1 0,-3 0 0,0 0 0,1-1 0,4-2 0,5-1 0,-13 8 0,8-3 0,-4 0 0,-2-3 0,-6 0 0,2-1 0,10-3 1575,2 0 0,2-2-1575,-1-3 0,-5-1 0,1-1 0,9 0 0,2-1 0,1-2 0,-19 0 0,-3-3 0,5 3 0,-6 0 0,4-3 160,15-5 0,2-3 0,-4 1-160,-6 2 0,-5 0 0,-2 0 0,2-1 0,2 0 0,0-1 0,1 0 0,-1-1 60,-2 0 1,0-1-1,0 0 1,1 0-61,5 1 0,2 1 0,0 0 0,-2-1 0,-4 0 0,-1-2 0,0 1 0,1 1 183,2 0 0,2 1 0,-2 1 0,-1-1-183,4 0 0,-3 0 0,0 0 0,-1 0 0,3 0 0,-10 0 0,0 0 0,3 0 0,1 0 0,-6 0 0,2 0 0,0 0 0,12 0 0,-2 0 0,1 0 0,2 0-182,-13 0 0,3-1 0,-2 2 182,13 0 0,1 1 0,-2 0 0,-1 0 0,-6 0 0,-2 0 0,1 0 0,2 1-394,-9-1 1,4 1 0,0 0 393,6 0 0,0-1 0,3 0 0,8-1 0,2-2 0,4 1 1647,4 0 1,2 0-1648,-10 0 0,0 0 0,0 0 0,2 0 0,10 0 0,-2 0 999,-17-2 0,1-1-999,-5-2 652,21 0 0,0 1-652,-9-3 3929,27 3-3929,8-1 0,3 2 0,0-4 0,-3 1 0,7 0 0,0 3 0,8 0 0</inkml:trace>
  <inkml:trace contextRef="#ctx0" brushRef="#br0" timeOffset="47650">30147 21768 24575,'-36'23'0,"5"-3"0,-3 4 0,-14 13 0,-5 3-375,13-11 1,-1 1 0,-1 1 374,-8 6 0,-2 1 0,2 0-1008,7-6 0,0 0 0,3-2 1008,-11 8 0,5-1 0,12-9 0,7-3 951,8-6-951,9-3 0,7-9 0,10 6 494,1-3-494,33 14 0,1 2 0,5 2 0,4-1 0,2 2 226,-11-4 1,2 2 0,-1-2-227,14 3 0,-2-2 0,-11 2 0,2 2 0,19 5 0,1 0 0,-19-9 0,-2-1 0,2 3 0,-4-5 0,-9-9 0,-28-11 0</inkml:trace>
  <inkml:trace contextRef="#ctx0" brushRef="#br0" timeOffset="62184">44055 10524 24575,'-22'14'0,"3"3"0,13-1 0,-6 37 0,2-3 0,2-13 0,0 4 0,2 3 0,0 4 0,-1 5 0,-1 5 0,1 1-855,3-4 1,1 0 0,0 5 854,-2 6 0,-1 5 0,-1 1 0,2-5-899,2-2 1,0-5 0,0 2 898,-2 12 0,-1 2 0,0-7 0,2-10 0,-1 1-89,-2 8 0,-1 7 0,1-11 89,4-23 0,-1-2 0,-3 35 0,-1-10 0,5-42 0,3-17 0</inkml:trace>
  <inkml:trace contextRef="#ctx0" brushRef="#br0" timeOffset="62850">43997 10613 24575,'67'0'0,"-23"0"0,4 2 0,13 1 0,-3-1-1477,7-1 0,4 0 1477,-11 2 0,7 1 0,1 0 0,-4-1-566,1-2 1,-3-1 0,-3 1 565,12 5 0,-3-1 0,-1-4 0,-6 0 263,7 3 0,-3-4 1,-30 0-1</inkml:trace>
  <inkml:trace contextRef="#ctx0" brushRef="#br0" timeOffset="202976">24222 20694 24575,'0'0'0</inkml:trace>
  <inkml:trace contextRef="#ctx0" brushRef="#br0" timeOffset="205617">19269 23206 24575,'29'8'0,"31"11"0,7 1 0,6 3-757,-11-1 1,6 0 756,-5-6 0,10 0 0,3-1 0,-2 0-1897,-3-2 0,1 0 0,-1-1 1,1-1 1896,-12-3 0,0-1 0,0 0 0,1-1 0,0 1 0,3 0 0,3 0 0,-1-1 0,-2 0 0,-3 0-346,0-2 0,-2 0 0,-3-1 1,-4 0 345,22 1 0,-6 0 0,-4-1 0,-19-1 0,-41-2 0,-6 0 0</inkml:trace>
  <inkml:trace contextRef="#ctx0" brushRef="#br0" timeOffset="205967">21140 22977 24575,'21'27'0,"-2"9"0,0 4 0,-3-5 0,1 3-1485,7 21 0,-3 2 1485,-8-14 0,-4 0 0,3 22 0,-3 2 0,-6-7 0,-5 4 0,-4-4 0,-4 5 0,-3-3 0,-1-15 0,-3-4 0,-3 2-1245,-5 9 1,-4 2 0,-2-5 1244,0-12 0,-2-3 0,1-3 0,-9 9 0,3-4 0,9-13 0,3-5 0,3-7 0</inkml:trace>
  <inkml:trace contextRef="#ctx0" brushRef="#br0" timeOffset="207833">24294 20373 24575,'53'47'0,"-9"-3"0,-20-6 0,-8-10 0,3 20 0,-1 8 0,-6-15 0,-1 3 0,1 3 0,-1 6 0,-1-1-834,-3 19 0,-3-5 834,-1-23 0,0 0 201,-3 28 1,0-2-202,0 2 0,-3-2 0,0 3 0,3-20 0,-1-5 0,-5 24 0,6-21 0,-3-32 0,2 3 1265,-3-3-1265,14 29 0,12 14 0,-4-1 0,-3-19 0,3 3 0,1 7 0,0 0 0,-2-4 0,1 2 0,6 14 0,-1-5 0,-3-7 0,-8-18 0,-9-26 0,-3-5 0</inkml:trace>
  <inkml:trace contextRef="#ctx0" brushRef="#br0" timeOffset="208952">24173 21907 24575,'31'24'0,"5"6"0,9 10 0,-2-1 0,-6-4 0,-2-10 0,-3-4 0,-12-14 0,-6-4 0,0-3 0,47 10 0,-16-3 0,6 5 0,-2 0 0,-11-1 0,11 4 0,-40-12 0,0 3 0,-3-6 0,0 3 0,0-3 0,0 0 0,0 0 0,2 0 0,2-3 0,30-20 0,-20 5 0,30-21 0,-23 2 0,-1 1 0,5-9 0,0 1 0,2-7 0,1-2-782,4-8 1,2-5-1,-4 8 782,-10 15 0,-3 3-364,5-8 1,-3 4 363,-5 8 0,0 4 0,-12 10 0,-11 18 0,-2 1 0,0 3 0</inkml:trace>
  <inkml:trace contextRef="#ctx0" brushRef="#br0" timeOffset="211100">38213 6771 24575,'-9'0'0,"2"3"0,5 0 0,-1 11 0,-3 25 0,-8 16 0,-3 9 0,2-12 0,0 2 0,-1 0-879,2-6 0,-1 0 0,-1 0 879,-2 5 0,-1 0 0,1-8 0,-13 14 0,9-23 0,0-2 0,-3-2 0,2-40 0,8-40 0,6 7 0,-4-2 0,10 37 0</inkml:trace>
  <inkml:trace contextRef="#ctx0" brushRef="#br0" timeOffset="211470">37742 7180 24575,'33'57'0,"0"0"0,0 0 0,1-1 0,1-1 0,-5-8 0,-9-10 0,0-3-1264,11 11 0,-2-1 1264,1 4 402,8 2 1,7 2-403,-8-13 0,-1-3 0,2 1 0,0-5 417,16 3-417,-37-30 0,29-46 0,-19-3 0,2-11 0,0 3 0,7 3 0,-2-1 0,-6 0 0,-2-5 0,-5 15 0,-5 18 0</inkml:trace>
  <inkml:trace contextRef="#ctx0" brushRef="#br0" timeOffset="214351">42092 6038 24575,'-21'45'0,"3"10"0,-2 4 0,0-13 0,-1 4-890,5-2 0,-1 7 1,-1 3-1,-1-2 890,-8 11 0,-3 0 0,1 1-422,6-9 0,0 1 0,-1 1 0,-3 0 422,0-5 0,-3 1 0,-2 0 0,2-2 0,2-4 0,-3 8 0,3-4 0,-4 0 0,-10 5 0,-4 0 0,8-9 195,14-15 0,3-4 0,-8 0 0,7-8 0,16-19 0</inkml:trace>
  <inkml:trace contextRef="#ctx0" brushRef="#br0" timeOffset="214684">41023 7074 24575,'0'20'0,"4"22"0,4 10 0,6 16 0,3 5-1925,-7-21 1,1 0-1,0 0 1925,6 20 0,1-4 0,-1-18 0,0-4 858,1-1 1,3 0-859,7 5 0,2-3 0,-5-10 0,0-5 0,19 4 932,-18-36-932,6 0 0,9-16 0,9-13 0,0-5 0,7-9 0,1-1 0,-6 5 0,10-2 0,-3 0 0,-14 4 0,0-1 0,0 1 0,-1 0 0</inkml:trace>
  <inkml:trace contextRef="#ctx0" brushRef="#br0" timeOffset="223018">37451 19008 24575,'7'48'0,"0"1"0,4 20 0,2 5 0,-4-18 0,1 1 0,1 6-1457,-1-8 1,2 4 0,0 4 0,0 0 0,0 1 1456,0 5 0,1 2 0,-1 1 0,0 0 0,0 0 0,1 2 0,1 1 0,0-1 0,-1-2 0,0-4 0,-2-3 0,0-3 0,-1-3 0,-1-3 0,-1 1 0,-1-3 0,0-12 2081,1-4-2081,-7-4 0,1-26 0,-2 5 0</inkml:trace>
  <inkml:trace contextRef="#ctx0" brushRef="#br0" timeOffset="224052">37409 18879 24575,'-9'46'0,"-2"26"0,-1-13 0,-2 5 0,6 2 0,0 3-1243,-1-17 1,-1 2 0,3-6 1242,3-6 0,1-2 580,-5 18 0,-1-2-580,-4 12 0,6-26 0,0-2 0,-4 9 0,11-44 0</inkml:trace>
  <inkml:trace contextRef="#ctx0" brushRef="#br0" timeOffset="224702">37274 18940 24575,'6'0'0,"25"25"0,-4 0 0,7 5 0,4 0 0,9 4 0,3 2 0,-4-3-1446,4 4 0,-2-2 0,6 2 1446,2-2 0,8 3 0,3 1 0,-3-3 0,-8-5 0,-7-4 0,-5-4 0,2 0 0,11 7 0,2 0 0,-7-4 643,-8-7 1,-10-4-644,-12-2 0,17 3 0,-36-14 0</inkml:trace>
  <inkml:trace contextRef="#ctx0" brushRef="#br0" timeOffset="225867">36647 5429 24575,'7'66'0,"-3"-19"0,1 9 0,2 7 0,3 10 0,1 6 0,0 0-1437,-2-20 0,-1 1 1,1 2-1,0 0 0,1 2 1,0 0 1436,-1-2 0,1 2 0,0 1 0,1 0 0,-1 0 0,1 0 0,-1-2 0,0 5 0,1-1 0,-1 0 0,0-1 0,1-2 0,-1-1 0,2 3 0,-1-2 0,1-1 0,-1-1 0,1 3 0,0 5 0,0 2 0,0 1 0,0-2 0,0-2 18,1 5 1,1-3 0,-1 0 0,1 1-19,-1-7 0,0 2 0,0-1 0,-1-3 0,-2-8 0,4 22 0,-2-13 345,-1-16 0,-3-17 0,-7-29 0,2-2 0</inkml:trace>
  <inkml:trace contextRef="#ctx0" brushRef="#br0" timeOffset="226403">36763 7532 24575,'-3'2'0,"0"9"0,9 23 0,4 30 0,0-19 0,2 7 0,2 0-1508,1 0 1,1 0-1,1 1 1508,-1 6 0,-1 2 0,2-5 0,10 9 0,-2-8 1028,-4 6-1028,13-3 0,-24-40 0,9 7 0,7-76 0,-12 12 0,2-5-857,2-5 1,2-5 0,-1 2 856,1-8 0,1-5 0,-6 10 0,2-7 0,0-5 0,-1-2 0,-2 4 0,-2-9 0,-2 2 0,-2-2 0,1-5-370,-2 17 0,1-4 0,0-3 0,0-1 1,-1 2-1,0 2 0,-2 5 370,1-15 0,-2 4 0,-1 4 0,0 3 0,-3-9 0,0 5 0,0 18 0,0 21 0</inkml:trace>
  <inkml:trace contextRef="#ctx0" brushRef="#br0" timeOffset="230484">33471 6411 24575,'-3'6'0,"0"8"0,3 33 0,-1 23 0,2 10 0,1-19 0,3 2-333,0 1 1,3 5 0,3-4 332,11 5 0,4-7 0,2-14 0,1-4 0,-6-4 0,0-7 245,13-8-245,-25-17 0,8-2 0,-9-4 0,10 0 0,4-1 752,10 4-752,-11-3 0,7 6 0,-12-5 0,6 5 0,0 2 0,-9-5 0,-6 0 0,-7-6 0</inkml:trace>
  <inkml:trace contextRef="#ctx0" brushRef="#br0" timeOffset="231033">33314 7207 24575,'0'9'0,"5"0"0,21 16 0,9 7 0,5 3 0,-10-11 0,3 1-892,7 7 1,6 4-1,-6-6 892,15 5 201,7 3 0,5-1-201,-17-21 0,0-2 0,10 9 0,2-2 0,8-12 0,-2-5 0,-27-1 0,0-2 0,10 1 0,5-2 0,-1-2-357,10-4 0,2-2 357,-6 1 0,3-2 0,-4-4 0,-11-5 0,-3-3 0,-6-5 0,4-22 0,-11-5 0,-14 5 0,-10-1 0,-15 2 0,-6 1 0,4 6 0,-5 1 819,-17-13 1,-4-3-820,4-2 0,1 2 0,-2 6 0,1 5 0,-3-12 0</inkml:trace>
  <inkml:trace contextRef="#ctx0" brushRef="#br0" timeOffset="233452">33958 5400 24575,'0'47'0,"0"-2"0,0 10 0,0 10 0,-1 9 0,2 5-1259,0-22 0,0 3 0,1 1 0,-1 2 0,2-1 1259,-1 6 0,1 0 0,-1 1 0,2 1 0,0 1 0,0-7 0,1 3 0,0 0 0,1 0 0,0 0 0,2-3 0,2 8 0,1-1 0,1-2 0,0-1 0,-1-3 0,0 4 0,-1-4 0,1-1 0,1-3 0,7 14 0,1-4 0,-2-15 1847,3-4-1847,0-20 0,-15-24 0,-3-8 0</inkml:trace>
  <inkml:trace contextRef="#ctx0" brushRef="#br0" timeOffset="234500">24504 6487 8191,'-24'8'0,"6"-4"5063,1 2-5063,8-5 0,3 2 0,3-3 0</inkml:trace>
  <inkml:trace contextRef="#ctx0" brushRef="#br0" timeOffset="235617">24556 6465 24575,'0'23'0,"-7"39"0,2-15 0,-1 11 0,0 6 0,-2-1-2319,-1 6 1,-2 1 0,-1 5 0,1 6 2318,3-20 0,0 5 0,0 4 0,0 2 0,0 1 0,0 2 0,0-2 0,0 0-400,0 0 1,0 2 0,0-1 0,0 1-1,0 0 1,0-1 0,0 1 0,1-2 399,0-3 0,1 0 0,0-1 0,0 0 0,0 0 0,0-1 0,1 0 0,0 0-152,1 7 1,-1 2 0,1-1-1,0 0 1,1-4 0,0-3 0,0-7 151,0 4 0,1-7 0,0-2 0,1 6-214,0-2 0,1 5 0,0 3 1,0 0-1,0-3 0,1-4 214,0 7 0,1-5 0,0-2 0,0 2 0,-1 6 0,-1 1 0,0-2 0,1-7 0,2 10 0,1 1 0</inkml:trace>
  <inkml:trace contextRef="#ctx0" brushRef="#br0" timeOffset="236700">24666 6690 24575,'41'3'0,"31"-2"0,-33 4 0,8 1-2244,11-3 1,12-1 0,8 0-1,4 0 2244,-25 0 0,3 1 0,2-1 0,3 0 0,2 1 0,4-1 0,2 0 0,4 0-224,-16-1 1,2 1-1,3-1 1,2 0 0,3-1-1,0 1 1,3 0-1,0 0 1,1-1 0,1 1-1,1-1 1,-1 0 0,0 1-1,0-1 1,-2 0 223,-3 1 0,0-1 0,0 0 0,0 0 0,1 0 0,-1 0 0,2 0 0,-1 0 0,1 0 0,0 0 0,0-1 0,1 1 0,0 0 0,1-1 0,-1 0 0,1 1 0,1-1-65,-7 0 1,2 0-1,-1 0 1,2 0-1,-1 0 1,1-1-1,1 1 1,-1-1-1,1 1 1,0-1-1,0 1 1,0-1-1,0 0 1,0 1 0,-1-1-1,1 0 1,-1 1-1,0-1 1,-1 0-1,0 1 65,5-1 0,0 1 0,-1-1 0,1 0 0,-1 1 0,0-1 0,0 0 0,0 1 0,0-1 0,-1 0 0,1 0 0,-1 1 0,0-1 0,0 0 0,0 0 0,-1 0 0,1 0 0,-1 0-134,1 0 0,-1-1 0,-1 1 1,0-1-1,-1 0 0,0 1 0,0-1 1,0 0-1,0 0 0,1 0 1,0 1-1,1-1 0,1 1 0,0-1 1,2 1-1,2 0 0,1 0 134,-10 1 0,1-1 0,1 1 0,1 0 0,1 0 0,2 0 0,0 0 0,0 0 0,2 0 0,-1 0 0,1 1 0,1-1 0,-1 0 0,1 1 0,-1-1 0,0 1 0,0-1 0,-1 1 0,0 0 0,0-1 0,-2 1 0,0 0 0,-1 0 0,-2 0-25,6-1 0,-1 1 0,-2 0 1,0 1-1,-2-1 0,1 0 1,-2 0-1,1 1 0,-1-1 0,0 0 1,1 1-1,0-1 0,0 1 1,0-1-1,2 1 0,0 0 0,1-1 1,1 1-1,2-1 0,1 1 25,-11-1 0,1 1 0,2-1 0,1 0 0,1 1 0,1-1 0,0 1 0,2-1 0,0 0 0,0 1 0,1-1 0,0 1 0,1-1 0,-1 0 0,0 1 0,0-1 0,-1 1 0,0 0 0,0-1 0,-2 1 0,0 0 0,-1-1 0,-2 1 0,0 0 0,-2 0 0,-1 0 0,-2 0 0,-2 0 0,15 1 0,-2-1 0,-2 1 0,-2 0 0,-1 0 0,-2 0 0,0 0 0,-1 1 0,-1-1 0,-1 0 0,1 0 0,-1 1 0,1-1 0,0 0 0,1 0 0,1 0 0,0 0 0,3-1 0,2 1 0,-1-1 0,2 1 0,0-1 0,0 1 0,0-1 0,0 0 0,-1 1 0,0-1 0,-1 0 0,0 1 0,-2-1 0,-1 1 0,-1-1 0,-2 1 0,-2-1 0,13 1 0,-3 0 0,-2 1 0,-1-1 0,-2 0 0,0 0 0,-2 1 0,1-1 0,-1 0 0,2 0 0,0 1 0,0-1 0,1 0 0,0 0 0,0 1 0,0-1 0,0 0 0,-1 1 0,-1-1 0,-1 0 0,-2 0 0,-2 0 0,7 0 0,-4 0 0,-2-1 0,-1 1 0,0 0 0,2-1 0,3 1 0,4-1 0,-11 0 0,4 0 0,1 1 0,3-1 0,1 0 0,1 0 0,1 0 0,0 0 0,0-1 0,-2 1 0,0-1 0,-3 1 0,-2-1 0,6 0 0,-2-1 0,-2 1 0,-1-1 0,-1 0 0,0 0 0,2 0 0,1-1 0,2 1 0,3 1 0,-6-1 0,1 0 0,3 1 0,2-1 0,1 0 0,1 1 0,0-1 0,1 0 0,-1 1 0,0-1 0,-1 0 0,-2 0 0,-1 0 0,-3 0 0,7 0 0,-1-1 0,0 1 0,-2-1 0,-1 0 0,0 1 0,-2-1 0,0 0 0,-1 0 0,-1 0 0,-1 1 0,4-1 0,-2 0 0,-1 0 0,-2 0 0,0 0 0,0 0 0,0 0 0,0 0 0,1-1 23,1 1 0,0-1 0,0 0 0,1 0 0,-1 0 0,0 0 0,0 0 0,-1 0 1,-2 0-24,4-1 0,-2 1 0,-1-1 0,-1 0 0,1 0 0,0 1 0,1-1 0,1 1 0,-1 1 0,0-1 0,1 1 0,0-1 0,1 1 0,0 0 0,1 0 0,-1 0 0,1 0 0,2 0 0,2 0 0,1 0 0,0 0 0,0 0 0,-1 0 0,-2 0 0,-3 1 0,-3 0 0,10 0 0,-4 1 0,-3 0 0,-1 0 0,0 1 0,3-1 0,-4 0 0,2 0 0,0 0 0,1-1 0,-3 1 0,-2 1 0,-4-1 257,17 1 0,-4 0 0,-6 1 1,-3-1-258,-4-1 0,-5 0 0,-2 1 1320,23-1 1,-27 7-1321,-51 5 3376,-27 40-3376,-11 12 0,4 0 0,-1 4 2084,3-18 0,2-1-2084,4 0 0,-1 5 0,-1-4 0,-5 6 0,-1 5 0,0 0 0,6-5 0,0 1 0,0 2 0,-2 4 0,-1 5-333,5-13 0,-1 3 0,-1 3 1,-2 2-1,0 2 0,0 1 1,1 1-1,-1 0 0,2 0 333,0 0 0,1 2 0,-1 1 0,0 1 0,1 0 0,0 0 0,0 0 0,1-2 0,1-2 0,0-2-428,1-1 0,0-2 1,0-2-1,2-1 0,-1 0 1,1 1-1,0 3 0,0 2 428,1 0 0,-1 4 0,-1 3 0,1 2 0,0 0 0,1-1 0,1-2 0,1-3 0,2-4 0,2-7-434,-5 23 1,5-10 0,2-2-1,-2 7 434,2-13 0,0 6 0,-1 3 0,1 1 0,0-3 0,2-5 0,1-8 0,0 14 0,1-10 0,3-3 0,1 20 0,3-21 0,2-45 0,0-8 0</inkml:trace>
  <inkml:trace contextRef="#ctx0" brushRef="#br0" timeOffset="237617">24608 11110 24575,'42'0'0,"-3"0"0,15-1 0,11-1 0,6 1 0,5-1 0,1 0-894,-15 0 0,3 1 1,3-1-1,3 0 0,3 0 1,2 0-1,1 0 0,2 0 1,2-1-1,0 1 0,1-1 811,-18 0 0,1 1 0,0-1 1,2 1-1,0-1 0,2 0 0,0 0 1,1 0-1,1-1 0,1 1 0,0 0 1,1-1-1,1 1 0,1-1 0,0 1 1,1-1-1,1 1 0,0-1-4,-9 1 1,1-1 0,0 1 0,1 0 0,1-1-1,1 1 1,0-1 0,1 1 0,1-1 0,0 1 0,0-1-1,1 0 1,0 1 0,1-1 0,0 0 0,0 0 0,0 0-1,1 0 1,0 0 0,0 0 0,0 0 0,0-1 0,0 1-1,0 0 1,0-1 86,-7 1 0,1 0 0,-1 0 0,1-1 0,-1 1 0,0 0 0,-1-1 0,1 1 0,1-1 0,-1 1 0,0-1 0,1 1 0,0-1 0,0 0 0,1 0 0,0 1 0,1-1 0,0 0 0,1 0 0,0 0 0,1-1 0,1 1 0,1 0 0,1 0 0,1-1 0,0 1 0,2-1 0,1 1 0,1-1-18,-19 2 0,1 0 1,1-1-1,0 1 1,2-1-1,0 0 1,0 1-1,2-1 0,0 0 1,0 0-1,2 1 1,-1-1-1,2 0 1,0 0-1,0 0 0,1 0 1,0 0-1,0 0 1,1-1-1,1 1 1,-1 0-1,1 0 0,0 0 1,1-1-1,-1 1 1,1 0-1,0-1 1,-1 1-1,1 0 0,1-1 1,-1 1-1,0 0 1,0-1-1,0 1 1,0-1-1,0 1 1,-1 0-1,1-1 0,-1 1 1,0-1-1,0 1 1,-1 0-1,1-1 1,-2 1-1,1 0 0,-1-1 1,0 1-1,-1 0 1,0-1-1,-1 1 18,4-1 0,0 1 0,0-1 0,-1 1 0,-1-1 0,1 0 0,-1 1 0,0-1 0,-1 0 0,1 1 0,-1-1 0,0 0 0,0 1 0,-1-1 0,1 0 0,-1 1 0,1-1 0,-1 0 0,1 1 0,-1-1 0,1 0 0,-1 0 0,1 1 0,0-1 0,0 0 0,0 0 0,0 1 0,1-1 0,-1 0 0,1 1 0,1-1 0,-1 0 0,1 0 0,1 1 0,0-1 0,0 0 0,0 0 0,1 1 0,1-1 0,0 0 0,1 1 0,0-1 0,1 0 0,0 1 0,1-1-32,-13 1 0,2 1 0,-1-1 1,1 0-1,1 0 0,0 0 1,1 1-1,1-1 0,-1 0 1,1 0-1,1 0 0,0 0 1,0 0-1,1 0 0,0 1 0,1-1 1,-1 0-1,2 0 0,-1 0 1,0 0-1,1 0 0,0 0 1,0 0-1,1 0 0,-1 0 1,1 0-1,0 1 0,0-1 0,-1 0 1,1 0-1,1 0 0,-1 0 1,0 0-1,0 1 0,0-1 1,0 0-1,-1 0 0,1 0 1,0 1-1,-1-1 0,1 0 0,-1 0 1,0 1-1,0-1 0,-1 0 1,0 1-1,0-1 0,0 1 1,0-1-1,-1 1 0,-1-1 1,1 1-1,-1-1 0,-1 1 0,0 0 1,0-1-1,-1 1 0,0 0 1,-1 0-1,0-1 0,-1 1 1,0 0-1,-1 0 0,-1 0 32,13-1 0,0 0 0,-1 1 0,0-1 0,-1 0 0,1 1 0,-1-1 0,-1 1 0,1-1 0,-1 1 0,0-1 0,-1 1 0,0-1 0,0 1 0,0 0 0,-1-1 0,0 1 0,0 0 0,-1-1 0,0 1 0,0 0 0,0 0 0,-1 0 0,0 0 0,0 0 0,-1 0 0,0 0 0,0 0 0,0 0 0,-1 0 0,0 0 0,0 0 0,0 0 0,-1 1 0,0-1 0,0 0 0,-1 1 0,0-1 0,0 1 0,0-1 0,0 1 0,-1-1 0,0 1 0,0-1 0,-1 1 0,11-1 0,0 0 0,0 1 0,-1-1 0,0 0 0,0 1 0,0-1 0,-1 0 0,0 1 0,0-1 0,-1 1 0,0 0 0,0-1 0,-1 1 0,0 0 0,-1-1 0,0 1 0,0 0 0,-1 0 0,-1 0 0,1 0 0,-2 0 0,0 1 0,-1-1 0,0 0 0,0 1 0,-2-1 0,0 1 0,0 0 0,-1-1 0,-1 1 0,-1 0 0,0 0 0,19 0 0,0-1 0,2 1 0,-1 0 0,0 0 0,0 0 0,0 0 0,-2 0 0,-1 1 0,-2-1 0,-1 1 0,-3 0 0,-2-1 0,-3 1 0,-4 0 0,-2 1 0,-5-1 0,-3 0 0,-5 1 0,-5-1 156,39 0 0,-17 1 1,-8 0-1,1 1-156,0 1 0,-1 0 0,-3 0 0,-8 0 0,6-3 0,-22 4 0</inkml:trace>
  <inkml:trace contextRef="#ctx0" brushRef="#br0" timeOffset="245167">44016 9066 24575,'6'0'0,"10"13"0,23 40 0,-7 2 0,4 8-2518,-9-13 1,0 2 0,1 2 2517,-4-4 0,1 1 0,-1 2 0,-1 0 0,3 13 0,-1 0 0,1 7 0,-3-9 0,0 5 0,1 4 0,0 0 0,-1 0 0,-4-10 0,-1 0 0,0 1 0,1 0 0,-1 1 0,0 1 0,0-5 0,-1 1 0,0 0 0,1 1 0,0 1 0,-1-1 0,1-1 0,1 1 0,0 1 0,1 0 0,-1 0 0,1-2 0,-2-1 0,-1-4 0,5 20 0,-2-4 0,0-3 0,1-2 0,0-4 0,1-2 0,-1-2 0,-3-6 428,3 12 1,-4-12-1,-1-9 1,-13-35-1</inkml:trace>
  <inkml:trace contextRef="#ctx0" brushRef="#br0" timeOffset="246333">44134 9257 24575,'-16'12'0,"-2"8"0,7 2 0,-9 35 0,8-17 0,-10 24 0,12-33 0,0-4 0,10-18 0,-3 10 0,3-10 0,-3 4 0,3-10 0</inkml:trace>
  <inkml:trace contextRef="#ctx0" brushRef="#br0" timeOffset="247034">44003 9391 24575,'27'0'0,"13"0"0,4 0 0,-7 0 0,2 0-1735,25 0 1,1 0 1734,-18 0 0,0 0 422,8 0 0,3 0-422,8 0 0,1 0 0,-5 2 0,-2 1 0,-10-1 0,-5 0 0,15 4 155,-47 0 1,-3-5 0,-10 1 0</inkml:trace>
  <inkml:trace contextRef="#ctx0" brushRef="#br0" timeOffset="250101">44057 9299 24575,'-15'46'0,"-9"13"0,6-16 0,-1 0 0,2-5 0,0 2 0,-8 27 0,1 3-533,5-18 0,1 1 533,-1-1 0,0 5 0,3-5-436,2 0 1,2-4 435,-1-5 0,3-4 0,5 11 466,-2-4-466,-2-7 0,3-2 0,3-24 0,3-10 0</inkml:trace>
  <inkml:trace contextRef="#ctx0" brushRef="#br0" timeOffset="252583">44125 9427 8191,'12'23'0,"6"9"5063,-8 2-5063,8 3 0,3 6 0,-2 0 0,2 3 0,7 19 0,2 4 0,-1-4 0,-2-2 713,-6-4 1,-1-2-714,0-1 0,-1-1 0,-9-10 0,2 4 0,6 10 0,4 8 0,2 1 0,-4-14 0,1 1 0,0 2 0,3 4-404,0 2 0,3 6 0,1 1 1,0-1-1,-2-3 404,3 4 0,-1-4 0,0 0 0,0 2 0,-4-8 0,-1 1 0,1 1 0,-1-1 0,0-1 629,4 9 0,0-1 1,0 0-1,0 3-629,-5-8 0,0 2 0,1 0 0,-1 1 0,0-2 0,0-3 0,0 0 0,1 0 0,-2-3 0,-2-2 0,3 16 0,-3-4 0,-2-2 0,-1-10 0,-2-1 0,-3-6 0,-6-9 0,0 0 0,4 17 0,2 8 0,-2-2-157,0 11 1,-1-1 156,-2-21 0,0 0 0,0-4 522,-2 5 1,-1-10-523,0-9 1351,-3-15 0,0-13 0,0-3 0</inkml:trace>
  <inkml:trace contextRef="#ctx0" brushRef="#br0" timeOffset="256751">37742 8816 24575,'5'73'0,"0"0"0,0-14 0,-1 5 0,2 4 0,-1 1 0,0-4 0,0 2 0,0 2 0,1 1 0,-1 0-1639,0-8 1,-1 1-1,0 0 1,1 1 0,-1-2-1,1-2 1464,0 3 1,-1-2 0,1-1 0,0 0 0,0 0 174,0 2 0,0 1 0,0 0 0,0-3 0,-1-6 744,1 4 1,-1-6 0,1 1-745,0 12 0,0 2 0,0-14 0,0-3 0,-4-29 0,1-18 0</inkml:trace>
  <inkml:trace contextRef="#ctx0" brushRef="#br0" timeOffset="257433">37806 9324 24575,'-17'42'0,"0"0"0,1-6 0,0 1 0,-8 19 0,0-2 0,-3 9 0,10-25 0,13-23 0,-2-1 0,5-11 0,-2 0 0</inkml:trace>
  <inkml:trace contextRef="#ctx0" brushRef="#br0" timeOffset="258118">37640 9118 19421,'31'16'0,"2"11"0,5 5 540,-2 0 1,3 3-541,0 3 0,2 4 0,-3-4 0,-6-3 0,-1-2 0,7 9 0,-1-3 0,13 12 1258,-10-8-1258,10 5 665,-26-19-665,5-3 344,-26-18 1,-1-5 0,-5-3-1</inkml:trace>
  <inkml:trace contextRef="#ctx0" brushRef="#br0" timeOffset="259385">37722 8825 24575,'-22'70'0,"5"-20"0,-4 7 0,-2 2 0,-5 5 0,1-1-1185,4-5 1,0-2-1,-4 5 1185,-2 1 0,-5 4 0,0 0 0,4-4 0,3-4 0,2-3 0,-2 2 0,-4 0 0,-5 4 0,1-1 0,3-4 0,4-1 0,2-4 0,0-3 0,-15 17 0,3-8 0,15-20 0,4-6 1111,2-6-1111,14-24 0,3 1 0,0-5 0</inkml:trace>
  <inkml:trace contextRef="#ctx0" brushRef="#br0" timeOffset="260383">37762 9221 23045,'40'41'0,"0"-1"0,-1 1 0,1-1 0,2 5 0,0 0 0,-1 1 0,1-2 0,7 6 0,0-1 0,-2-1 0,-7-5 0,-2 1 0,-1-2 0,15 15 0,-6-6 187,-2 0 1,-14-18 0,-18-20-1</inkml:trace>
  <inkml:trace contextRef="#ctx0" brushRef="#br0" timeOffset="264355">25365 6463 24575,'24'50'0,"0"0"0,2 2 0,3 6 0,0 0 0,2 1 0,1 1 0,1 1-1547,2 4 0,0 1 1,-2-6 1546,-3-1 0,-1-4 0,4 4 0,-2-8 165,5-9-165,-14-8 0,-1-5 0,-1-12 0,-17-17 0</inkml:trace>
  <inkml:trace contextRef="#ctx0" brushRef="#br0" timeOffset="264784">25554 6904 24575,'11'30'0,"-6"-7"0,26 19 0,-4-16 0,5 3 0,20 19 0,4 2 0,1-7 0,1 1 0,-19-9 0,-1 1 0,-3-5 0,-1-8 0,-5-2 0,10 19 0,-25-36 0,-2-1 0,0-11 0,-6-50 0,-5-23 0,2 30 0,1-1 0,-3-5-1656,-3-8 0,-2-7 1,-1-2-1,0 2 1656,3 3 0,0 0 0,-1 1 0,-1 0 0,-4 0 0,-1 0 0,0 2 0,1 1-28,1-9 1,2 3 0,-2 5 0,-2-5 0,1 11 0,1 5 0</inkml:trace>
  <inkml:trace contextRef="#ctx0" brushRef="#br0" timeOffset="265517">24970 6910 24575,'45'19'0,"-1"0"0,4-1 0,6 2 0,5 2 0,-6-1 0,5 3 0,3 1 0,0 0 0,-1-2-1157,-2-2 1,-1-1 0,0 0 0,1 0 0,2 1 1156,7 4 0,5 3 0,-1-1 0,-4-1 0,-6-4 0,1-3 0,-6-2 0,-2-1 0,4 5 0,-2 0 0,-12-7 429,-10-7 1,-21-4-1,-10-3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week closes the M3 multi-row storage question with device data: both candidate designs (v4 GO-chain, v5 cascade) ran on real CS-3, both are modeled to &lt;1%, and the combined result upgrades the M2 resume tradeoff from a two-way A/B to a three-tier hierarchy.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Position: M1 in-PE reuse is done (tier 0). M2 priced recompute (A, 77.4 us/token) vs host reload (B, E5 ingress 46-338 ms) and found the crossing at 744 tokens. M3 (idle-PE tier) needs multi-row storage because one storage PE holds ~11K words: L=1024 already needs R=2 rows, L=8192 needs ~12. The single-row protocol was device-proven earlier (51 runs); the open question was HOW to coordinate R rows — and at what cost.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v4 needed direct switch-position byte writes (the tile_config library writes the wrong tx bit for RAMP - register-dump proven; byte = in_sel&lt;&lt;5|out_bits, S-&gt;RAMP=0x50). First-ever v4 silicon this week: GO chain, role reprogramming, and the byte writes all work at 256 PEs. v5's compute column is cmp-verified byte-identical to the single-row demo; every strip route is static so cross-color ordering hazards are impossible by construction. Editable source: docs/diagrams/m3-multirow-v4-vs-v5.excalidraw.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EPCC CS-3, distance=1, n=3 per cell, zero infrastructure failures across 81 runs; every cell reproduced to the cycle. Visible payload labels replace benchmark notation: with compute-column height N=256 and lpb=4, E=64 u32 words/compute PE maps to 1,024 KV tokens and E=512 maps to 8,192. R is the number of 1×256 storage rows. Capacity is nominal analytical sizing, not compile-fit: 42 KiB/storage PE gives 672 KV-token equivalents per row/block, so R=1/2/4 gives 672/1,344/2,688 tokens. The demo verifies movement rather than retaining the full payload; therefore the 8,192-token rows shown are intentionally capacity-undersized measurements (about 13 rows are needed nominally). v4 metric = sum of per-band spans (excludes inter-epoch GO gaps, ~2*bh cycles each). DSD = owner-side bulk fabin-DSD reload receive. v4 wins every measured R&gt;=2 cell; DSD 8,192-token payload at R=4 is 30% faster than v5.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preregistered hypotheses were productively falsified: H1 (v5 R=1 reproduces v3 anchors) failed at +0.7-2.3% - the cascade's per-word branches do not compile out, so every implementation carries its own baseline. H2 (v4 overhead = per-epoch constant) failed in form - v4's delta is also per-forwarded-word, just router-priced. H3 (linearity in fwd_words) confirmed for E&gt;=64 in both designs. Fitting: taxes from delta-vs-fwd slopes over (R,E) grid; c_fwd_word=75.4 from four independent park-span decompositions; c_relay_word~28.8 from the dsd identity, cross-checked against task mode to 1.6%.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各项含义：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C_v4</a:t>
            </a:r>
            <a:r>
              <a:rPr lang="en-US" dirty="0"/>
              <a:t>：v4 </a:t>
            </a:r>
            <a:r>
              <a:rPr lang="zh-CN" altLang="en-US" dirty="0"/>
              <a:t>完成一次 </a:t>
            </a:r>
            <a:r>
              <a:rPr lang="en-US" dirty="0"/>
              <a:t>park + reload </a:t>
            </a:r>
            <a:r>
              <a:rPr lang="zh-CN" altLang="en-US" dirty="0"/>
              <a:t>的设备原始周期数。使用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epoch_sum</a:t>
            </a:r>
            <a:r>
              <a:rPr lang="en-US" dirty="0"/>
              <a:t>，</a:t>
            </a:r>
            <a:r>
              <a:rPr lang="zh-CN" altLang="en-US" dirty="0"/>
              <a:t>不包含 </a:t>
            </a:r>
            <a:r>
              <a:rPr lang="en-US" dirty="0"/>
              <a:t>epoch </a:t>
            </a:r>
            <a:r>
              <a:rPr lang="zh-CN" altLang="en-US" dirty="0"/>
              <a:t>之间较小的 </a:t>
            </a:r>
            <a:r>
              <a:rPr lang="en-US" dirty="0"/>
              <a:t>GO gap。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：</a:t>
            </a:r>
            <a:r>
              <a:rPr lang="zh-CN" altLang="en-US" dirty="0"/>
              <a:t>一个 </a:t>
            </a:r>
            <a:r>
              <a:rPr lang="en-US" dirty="0"/>
              <a:t>compute column </a:t>
            </a:r>
            <a:r>
              <a:rPr lang="zh-CN" altLang="en-US" dirty="0"/>
              <a:t>中参与 </a:t>
            </a:r>
            <a:r>
              <a:rPr lang="en-US" dirty="0"/>
              <a:t>offload </a:t>
            </a:r>
            <a:r>
              <a:rPr lang="zh-CN" altLang="en-US" dirty="0"/>
              <a:t>的 </a:t>
            </a:r>
            <a:r>
              <a:rPr lang="en-US" dirty="0"/>
              <a:t>owner/compute PE </a:t>
            </a:r>
            <a:r>
              <a:rPr lang="zh-CN" altLang="en-US" dirty="0"/>
              <a:t>数。当前 </a:t>
            </a:r>
            <a:r>
              <a:rPr lang="en-US" dirty="0"/>
              <a:t>fit </a:t>
            </a:r>
            <a:r>
              <a:rPr lang="zh-CN" altLang="en-US" dirty="0"/>
              <a:t>固定为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N=256</a:t>
            </a:r>
            <a:r>
              <a:rPr lang="en-US" dirty="0"/>
              <a:t>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dirty="0"/>
              <a:t>：</a:t>
            </a:r>
            <a:r>
              <a:rPr lang="zh-CN" altLang="en-US" dirty="0"/>
              <a:t>每个 </a:t>
            </a:r>
            <a:r>
              <a:rPr lang="en-US" dirty="0"/>
              <a:t>compute PE </a:t>
            </a:r>
            <a:r>
              <a:rPr lang="zh-CN" altLang="en-US" dirty="0"/>
              <a:t>搬运的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 word</a:t>
            </a:r>
            <a:r>
              <a:rPr lang="en-US" dirty="0"/>
              <a:t> </a:t>
            </a:r>
            <a:r>
              <a:rPr lang="zh-CN" altLang="en-US" dirty="0"/>
              <a:t>数。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=4</a:t>
            </a:r>
            <a:r>
              <a:rPr lang="en-US" dirty="0"/>
              <a:t> </a:t>
            </a:r>
            <a:r>
              <a:rPr lang="zh-CN" altLang="en-US" dirty="0"/>
              <a:t>时：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dirty="0"/>
              <a:t>\[ </a:t>
            </a:r>
            <a:r>
              <a:rPr lang="en-US" dirty="0"/>
              <a:t>E=16\</a:t>
            </a:r>
            <a:r>
              <a:rPr lang="en-US" dirty="0" err="1"/>
              <a:t>lceil</a:t>
            </a:r>
            <a:r>
              <a:rPr lang="en-US" dirty="0"/>
              <a:t> L/256\</a:t>
            </a:r>
            <a:r>
              <a:rPr lang="en-US" dirty="0" err="1"/>
              <a:t>rceil</a:t>
            </a:r>
            <a:r>
              <a:rPr lang="en-US" dirty="0"/>
              <a:t> \]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因此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E=64</a:t>
            </a:r>
            <a:r>
              <a:rPr lang="en-US" dirty="0"/>
              <a:t> </a:t>
            </a:r>
            <a:r>
              <a:rPr lang="zh-CN" altLang="en-US" dirty="0"/>
              <a:t>对应 </a:t>
            </a:r>
            <a:r>
              <a:rPr lang="en-US" altLang="zh-CN" dirty="0"/>
              <a:t>1,024-</a:t>
            </a:r>
            <a:r>
              <a:rPr lang="en-US" dirty="0"/>
              <a:t>token KV，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E=512</a:t>
            </a:r>
            <a:r>
              <a:rPr lang="en-US" dirty="0"/>
              <a:t> </a:t>
            </a:r>
            <a:r>
              <a:rPr lang="zh-CN" altLang="en-US" dirty="0"/>
              <a:t>对应 </a:t>
            </a:r>
            <a:r>
              <a:rPr lang="en-US" altLang="zh-CN" dirty="0"/>
              <a:t>8,192-</a:t>
            </a:r>
            <a:r>
              <a:rPr lang="en-US" dirty="0"/>
              <a:t>token KV。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en-US" dirty="0" err="1"/>
              <a:t>：storage</a:t>
            </a:r>
            <a:r>
              <a:rPr lang="en-US" dirty="0"/>
              <a:t> row </a:t>
            </a:r>
            <a:r>
              <a:rPr lang="zh-CN" altLang="en-US" dirty="0"/>
              <a:t>数量。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lang="en-US" dirty="0" err="1"/>
              <a:t>：endpoint</a:t>
            </a:r>
            <a:r>
              <a:rPr lang="en-US" dirty="0"/>
              <a:t> receive </a:t>
            </a:r>
            <a:r>
              <a:rPr lang="zh-CN" altLang="en-US" dirty="0"/>
              <a:t>实现：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en-US" dirty="0"/>
              <a:t>：</a:t>
            </a:r>
            <a:r>
              <a:rPr lang="zh-CN" altLang="en-US" dirty="0"/>
              <a:t>每个数据 </a:t>
            </a:r>
            <a:r>
              <a:rPr lang="en-US" dirty="0"/>
              <a:t>wavelet </a:t>
            </a:r>
            <a:r>
              <a:rPr lang="zh-CN" altLang="en-US" dirty="0"/>
              <a:t>进入 </a:t>
            </a:r>
            <a:r>
              <a:rPr lang="en-US" dirty="0"/>
              <a:t>CE task。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owner-DSD</a:t>
            </a:r>
            <a:r>
              <a:rPr lang="en-US" dirty="0" err="1"/>
              <a:t>：owner</a:t>
            </a:r>
            <a:r>
              <a:rPr lang="en-US" dirty="0"/>
              <a:t> </a:t>
            </a:r>
            <a:r>
              <a:rPr lang="zh-CN" altLang="en-US" dirty="0"/>
              <a:t>端使用 </a:t>
            </a:r>
            <a:r>
              <a:rPr lang="en-US" dirty="0"/>
              <a:t>bulk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fabin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DSD</a:t>
            </a:r>
            <a:r>
              <a:rPr lang="en-US" dirty="0"/>
              <a:t> </a:t>
            </a:r>
            <a:r>
              <a:rPr lang="zh-CN" altLang="en-US" dirty="0"/>
              <a:t>接收。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C_base,4</a:t>
            </a:r>
            <a:r>
              <a:rPr lang="en-US" dirty="0"/>
              <a:t>：</a:t>
            </a:r>
            <a:r>
              <a:rPr lang="zh-CN" altLang="en-US" dirty="0"/>
              <a:t>在参考点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E0=4 words/PE</a:t>
            </a:r>
            <a:r>
              <a:rPr lang="en-US" dirty="0"/>
              <a:t> </a:t>
            </a:r>
            <a:r>
              <a:rPr lang="zh-CN" altLang="en-US" dirty="0"/>
              <a:t>上的 </a:t>
            </a:r>
            <a:r>
              <a:rPr lang="en-US" dirty="0"/>
              <a:t>fitted baseline cycle。</a:t>
            </a:r>
            <a:r>
              <a:rPr lang="zh-CN" altLang="en-US" dirty="0"/>
              <a:t>它包含该参考 </a:t>
            </a:r>
            <a:r>
              <a:rPr lang="en-US" dirty="0"/>
              <a:t>payload </a:t>
            </a:r>
            <a:r>
              <a:rPr lang="zh-CN" altLang="en-US" dirty="0"/>
              <a:t>和 </a:t>
            </a:r>
            <a:r>
              <a:rPr lang="en-US" dirty="0"/>
              <a:t>control/role machinery，</a:t>
            </a:r>
            <a:r>
              <a:rPr lang="zh-CN" altLang="en-US" dirty="0"/>
              <a:t>不能解释成纯 </a:t>
            </a:r>
            <a:r>
              <a:rPr lang="en-US" dirty="0"/>
              <a:t>launch latency。v4 </a:t>
            </a:r>
            <a:r>
              <a:rPr lang="zh-CN" altLang="en-US" dirty="0"/>
              <a:t>没有测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E=4</a:t>
            </a:r>
            <a:r>
              <a:rPr lang="en-US" dirty="0"/>
              <a:t>；</a:t>
            </a:r>
            <a:r>
              <a:rPr lang="zh-CN" altLang="en-US" dirty="0"/>
              <a:t>这个值是从 </a:t>
            </a:r>
            <a:r>
              <a:rPr lang="en-US" dirty="0"/>
              <a:t>v4 </a:t>
            </a:r>
            <a:r>
              <a:rPr lang="zh-CN" altLang="en-US" dirty="0"/>
              <a:t>自己的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R=1, E=64/512</a:t>
            </a:r>
            <a:r>
              <a:rPr lang="en-US" dirty="0"/>
              <a:t> </a:t>
            </a:r>
            <a:r>
              <a:rPr lang="zh-CN" altLang="en-US" dirty="0"/>
              <a:t>数据线性外推得到的。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C_owner</a:t>
            </a:r>
            <a:r>
              <a:rPr lang="en-US" dirty="0"/>
              <a:t>：</a:t>
            </a:r>
            <a:r>
              <a:rPr lang="zh-CN" altLang="en-US" dirty="0"/>
              <a:t>超过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E0</a:t>
            </a:r>
            <a:r>
              <a:rPr lang="en-US" dirty="0"/>
              <a:t> </a:t>
            </a:r>
            <a:r>
              <a:rPr lang="zh-CN" altLang="en-US" dirty="0"/>
              <a:t>后，每增加一个 </a:t>
            </a:r>
            <a:r>
              <a:rPr lang="en-US" dirty="0"/>
              <a:t>owner payload word </a:t>
            </a:r>
            <a:r>
              <a:rPr lang="zh-CN" altLang="en-US" dirty="0"/>
              <a:t>带来的完整 </a:t>
            </a:r>
            <a:r>
              <a:rPr lang="en-US" dirty="0" err="1"/>
              <a:t>park+reload</a:t>
            </a:r>
            <a:r>
              <a:rPr lang="en-US" dirty="0"/>
              <a:t> endpoint </a:t>
            </a:r>
            <a:r>
              <a:rPr lang="zh-CN" altLang="en-US" dirty="0"/>
              <a:t>增量成本：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task：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96.00 cycles/owner-word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owner-DSD：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65.08 cycles/owner-word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W_fwd</a:t>
            </a:r>
            <a:r>
              <a:rPr lang="en-US" dirty="0" err="1"/>
              <a:t>：critical</a:t>
            </a:r>
            <a:r>
              <a:rPr lang="en-US" dirty="0"/>
              <a:t> path </a:t>
            </a:r>
            <a:r>
              <a:rPr lang="zh-CN" altLang="en-US" dirty="0"/>
              <a:t>上绕过最近 </a:t>
            </a:r>
            <a:r>
              <a:rPr lang="en-US" dirty="0"/>
              <a:t>storage row、</a:t>
            </a:r>
            <a:r>
              <a:rPr lang="zh-CN" altLang="en-US" dirty="0"/>
              <a:t>需要继续向更深 </a:t>
            </a:r>
            <a:r>
              <a:rPr lang="en-US" dirty="0"/>
              <a:t>storage row </a:t>
            </a:r>
            <a:r>
              <a:rPr lang="zh-CN" altLang="en-US" dirty="0"/>
              <a:t>转发的 </a:t>
            </a:r>
            <a:r>
              <a:rPr lang="en-US" dirty="0"/>
              <a:t>word </a:t>
            </a:r>
            <a:r>
              <a:rPr lang="zh-CN" altLang="en-US" dirty="0"/>
              <a:t>数。它不是整个 </a:t>
            </a:r>
            <a:r>
              <a:rPr lang="en-US" dirty="0"/>
              <a:t>strip </a:t>
            </a:r>
            <a:r>
              <a:rPr lang="zh-CN" altLang="en-US" dirty="0"/>
              <a:t>上所有 </a:t>
            </a:r>
            <a:r>
              <a:rPr lang="en-US" dirty="0"/>
              <a:t>hop-word </a:t>
            </a:r>
            <a:r>
              <a:rPr lang="zh-CN" altLang="en-US" dirty="0"/>
              <a:t>数量的总和。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C_router</a:t>
            </a:r>
            <a:r>
              <a:rPr lang="en-US" dirty="0"/>
              <a:t>：</a:t>
            </a:r>
            <a:r>
              <a:rPr lang="zh-CN" altLang="en-US" dirty="0"/>
              <a:t>每个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W_fwd</a:t>
            </a:r>
            <a:r>
              <a:rPr lang="en-US" dirty="0"/>
              <a:t> word </a:t>
            </a:r>
            <a:r>
              <a:rPr lang="zh-CN" altLang="en-US" dirty="0"/>
              <a:t>产生的额外 </a:t>
            </a:r>
            <a:r>
              <a:rPr lang="en-US" dirty="0"/>
              <a:t>router-only multi-row transit </a:t>
            </a:r>
            <a:r>
              <a:rPr lang="zh-CN" altLang="en-US" dirty="0"/>
              <a:t>成本：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task：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1.06 cycles/forwarded-word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owner-DSD：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1.29 cycles/forwarded-word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v4 wins every measured R&gt;=2 cell, so this page intentionally removes v3/v5. Model form: C_v4 = </a:t>
            </a:r>
            <a:r>
              <a:rPr dirty="0" err="1"/>
              <a:t>C_floor</a:t>
            </a:r>
            <a:r>
              <a:rPr dirty="0"/>
              <a:t> + (E-4)N*</a:t>
            </a:r>
            <a:r>
              <a:rPr dirty="0" err="1"/>
              <a:t>C_owner</a:t>
            </a:r>
            <a:r>
              <a:rPr dirty="0"/>
              <a:t> + </a:t>
            </a:r>
            <a:r>
              <a:rPr dirty="0" err="1"/>
              <a:t>W_fwd</a:t>
            </a:r>
            <a:r>
              <a:rPr dirty="0"/>
              <a:t>*</a:t>
            </a:r>
            <a:r>
              <a:rPr dirty="0" err="1"/>
              <a:t>C_router</a:t>
            </a:r>
            <a:r>
              <a:rPr dirty="0"/>
              <a:t>, </a:t>
            </a:r>
            <a:r>
              <a:rPr dirty="0" err="1"/>
              <a:t>W_fwd</a:t>
            </a:r>
            <a:r>
              <a:rPr dirty="0"/>
              <a:t>=(N-N/R)E. </a:t>
            </a:r>
            <a:r>
              <a:rPr dirty="0" err="1"/>
              <a:t>C_floor</a:t>
            </a:r>
            <a:r>
              <a:rPr dirty="0"/>
              <a:t> prices launch/control and role setup. </a:t>
            </a:r>
            <a:r>
              <a:rPr dirty="0" err="1"/>
              <a:t>C_owner</a:t>
            </a:r>
            <a:r>
              <a:rPr dirty="0"/>
              <a:t> prices the ordinary endpoint path per payload word: 96.00 task / 65.08 owner-DSD. </a:t>
            </a:r>
            <a:r>
              <a:rPr dirty="0" err="1"/>
              <a:t>C_router</a:t>
            </a:r>
            <a:r>
              <a:rPr dirty="0"/>
              <a:t> is the incremental multi-row forwarding tax: 1.06 / 1.29 cycles per forwarded word. The topology crop is derived from docs/diagrams/m3-multirow-v4-vs-v5.excalidraw; it shows the sequential GO epoch and router transit row.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router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· task = 1.06 cycles/word</a:t>
            </a:r>
            <a:endParaRPr lang="en-US" b="1" dirty="0"/>
          </a:p>
          <a:p>
            <a:r>
              <a:rPr lang="zh-CN" altLang="en-US" dirty="0"/>
              <a:t>定义：</a:t>
            </a:r>
            <a:r>
              <a:rPr lang="en-US" dirty="0"/>
              <a:t>v4 GO-chain </a:t>
            </a:r>
            <a:r>
              <a:rPr lang="zh-CN" altLang="en-US" dirty="0"/>
              <a:t>在 </a:t>
            </a:r>
            <a:r>
              <a:rPr lang="en-US" dirty="0"/>
              <a:t>task endpoint </a:t>
            </a:r>
            <a:r>
              <a:rPr lang="zh-CN" altLang="en-US" dirty="0"/>
              <a:t>模式下，每个需要绕过最近 </a:t>
            </a:r>
            <a:r>
              <a:rPr lang="en-US" dirty="0"/>
              <a:t>storage row </a:t>
            </a:r>
            <a:r>
              <a:rPr lang="zh-CN" altLang="en-US" dirty="0"/>
              <a:t>的 </a:t>
            </a:r>
            <a:r>
              <a:rPr lang="en-US" dirty="0"/>
              <a:t>word </a:t>
            </a:r>
            <a:r>
              <a:rPr lang="zh-CN" altLang="en-US" dirty="0"/>
              <a:t>所产生的额外 </a:t>
            </a:r>
            <a:r>
              <a:rPr lang="en-US" dirty="0"/>
              <a:t>multi-row critical-path </a:t>
            </a:r>
            <a:r>
              <a:rPr lang="zh-CN" altLang="en-US" dirty="0"/>
              <a:t>成本。</a:t>
            </a:r>
          </a:p>
          <a:p>
            <a:r>
              <a:rPr lang="zh-CN" altLang="en-US" dirty="0"/>
              <a:t>它通过：</a:t>
            </a:r>
          </a:p>
          <a:p>
            <a:r>
              <a:rPr lang="en-US" altLang="zh-CN" dirty="0"/>
              <a:t>\[ \</a:t>
            </a:r>
            <a:r>
              <a:rPr lang="en-US" dirty="0"/>
              <a:t>Delta C_{\text{multirow}} = W_{\text{</a:t>
            </a:r>
            <a:r>
              <a:rPr lang="en-US" dirty="0" err="1"/>
              <a:t>fwd</a:t>
            </a:r>
            <a:r>
              <a:rPr lang="en-US" dirty="0"/>
              <a:t>}} C_{\text{router}} \]</a:t>
            </a:r>
          </a:p>
          <a:p>
            <a:r>
              <a:rPr lang="zh-CN" altLang="en-US" dirty="0"/>
              <a:t>拟合得到，其中：</a:t>
            </a:r>
          </a:p>
          <a:p>
            <a:r>
              <a:rPr lang="en-US" altLang="zh-CN" dirty="0"/>
              <a:t>\[ </a:t>
            </a:r>
            <a:r>
              <a:rPr lang="en-US" dirty="0"/>
              <a:t>W_{\text{</a:t>
            </a:r>
            <a:r>
              <a:rPr lang="en-US" dirty="0" err="1"/>
              <a:t>fwd</a:t>
            </a:r>
            <a:r>
              <a:rPr lang="en-US" dirty="0"/>
              <a:t>}}=(N-N/R)E \]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W_fwd</a:t>
            </a:r>
            <a:r>
              <a:rPr lang="en-US" dirty="0"/>
              <a:t> </a:t>
            </a:r>
            <a:r>
              <a:rPr lang="zh-CN" altLang="en-US" dirty="0"/>
              <a:t>是 </a:t>
            </a:r>
            <a:r>
              <a:rPr lang="en-US" dirty="0"/>
              <a:t>critical path </a:t>
            </a:r>
            <a:r>
              <a:rPr lang="zh-CN" altLang="en-US" dirty="0"/>
              <a:t>上继续转发到更深 </a:t>
            </a:r>
            <a:r>
              <a:rPr lang="en-US" dirty="0"/>
              <a:t>storage row </a:t>
            </a:r>
            <a:r>
              <a:rPr lang="zh-CN" altLang="en-US" dirty="0"/>
              <a:t>的 </a:t>
            </a:r>
            <a:r>
              <a:rPr lang="en-US" dirty="0"/>
              <a:t>word </a:t>
            </a:r>
            <a:r>
              <a:rPr lang="zh-CN" altLang="en-US" dirty="0"/>
              <a:t>数，不是所有 </a:t>
            </a:r>
            <a:r>
              <a:rPr lang="en-US" dirty="0"/>
              <a:t>router hop-word </a:t>
            </a:r>
            <a:r>
              <a:rPr lang="zh-CN" altLang="en-US" dirty="0"/>
              <a:t>的总和。</a:t>
            </a:r>
          </a:p>
          <a:p>
            <a:r>
              <a:rPr lang="zh-CN" altLang="en-US" dirty="0"/>
              <a:t>这里的 </a:t>
            </a:r>
            <a:r>
              <a:rPr lang="en-US" dirty="0"/>
              <a:t>word </a:t>
            </a:r>
            <a:r>
              <a:rPr lang="zh-CN" altLang="en-US" dirty="0"/>
              <a:t>只经过 </a:t>
            </a:r>
            <a:r>
              <a:rPr lang="en-US" dirty="0"/>
              <a:t>router transit，</a:t>
            </a:r>
            <a:r>
              <a:rPr lang="zh-CN" altLang="en-US" dirty="0"/>
              <a:t>不进入中间 </a:t>
            </a:r>
            <a:r>
              <a:rPr lang="en-US" dirty="0"/>
              <a:t>storage PE </a:t>
            </a:r>
            <a:r>
              <a:rPr lang="zh-CN" altLang="en-US" dirty="0"/>
              <a:t>的 </a:t>
            </a:r>
            <a:r>
              <a:rPr lang="en-US" dirty="0"/>
              <a:t>CE。</a:t>
            </a:r>
          </a:p>
          <a:p>
            <a:r>
              <a:rPr lang="en-US" b="1" dirty="0"/>
              <a:t>2.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router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· DSD = 1.29 cycles/word</a:t>
            </a:r>
            <a:endParaRPr lang="en-US" b="1" dirty="0"/>
          </a:p>
          <a:p>
            <a:r>
              <a:rPr lang="zh-CN" altLang="en-US" dirty="0"/>
              <a:t>与上一个 </a:t>
            </a:r>
            <a:r>
              <a:rPr lang="en-US" dirty="0"/>
              <a:t>metric </a:t>
            </a:r>
            <a:r>
              <a:rPr lang="zh-CN" altLang="en-US" dirty="0"/>
              <a:t>相同，但 </a:t>
            </a:r>
            <a:r>
              <a:rPr lang="en-US" dirty="0"/>
              <a:t>reload owner </a:t>
            </a:r>
            <a:r>
              <a:rPr lang="zh-CN" altLang="en-US" dirty="0"/>
              <a:t>使用 </a:t>
            </a:r>
            <a:r>
              <a:rPr lang="en-US" dirty="0"/>
              <a:t>bulk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fabin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DSD</a:t>
            </a:r>
            <a:r>
              <a:rPr lang="en-US" dirty="0"/>
              <a:t> </a:t>
            </a:r>
            <a:r>
              <a:rPr lang="zh-CN" altLang="en-US" dirty="0"/>
              <a:t>接收。</a:t>
            </a:r>
          </a:p>
          <a:p>
            <a:r>
              <a:rPr lang="zh-CN" altLang="en-US" dirty="0"/>
              <a:t>需要注意：</a:t>
            </a:r>
            <a:r>
              <a:rPr lang="en-US" dirty="0"/>
              <a:t>router </a:t>
            </a:r>
            <a:r>
              <a:rPr lang="zh-CN" altLang="en-US" dirty="0"/>
              <a:t>硬件本身没有因为 </a:t>
            </a:r>
            <a:r>
              <a:rPr lang="en-US" dirty="0"/>
              <a:t>DSD </a:t>
            </a:r>
            <a:r>
              <a:rPr lang="zh-CN" altLang="en-US" dirty="0"/>
              <a:t>而改变。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1.06</a:t>
            </a:r>
            <a:r>
              <a:rPr lang="zh-CN" altLang="en-US" dirty="0"/>
              <a:t> 与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1.29</a:t>
            </a:r>
            <a:r>
              <a:rPr lang="zh-CN" altLang="en-US" dirty="0"/>
              <a:t> 的差别来自整个 </a:t>
            </a:r>
            <a:r>
              <a:rPr lang="en-US" dirty="0"/>
              <a:t>end-to-end </a:t>
            </a:r>
            <a:r>
              <a:rPr lang="en-US" dirty="0" err="1"/>
              <a:t>timing、backpressure</a:t>
            </a:r>
            <a:r>
              <a:rPr lang="en-US" dirty="0"/>
              <a:t> </a:t>
            </a:r>
            <a:r>
              <a:rPr lang="zh-CN" altLang="en-US" dirty="0"/>
              <a:t>和拟合环境不同，不能解释为两种物理 </a:t>
            </a:r>
            <a:r>
              <a:rPr lang="en-US" dirty="0"/>
              <a:t>router </a:t>
            </a:r>
            <a:r>
              <a:rPr lang="zh-CN" altLang="en-US" dirty="0"/>
              <a:t>速度。</a:t>
            </a:r>
          </a:p>
          <a:p>
            <a:r>
              <a:rPr lang="zh-CN" altLang="en-US" dirty="0"/>
              <a:t>两者共同说明：</a:t>
            </a:r>
            <a:r>
              <a:rPr lang="en-US" dirty="0"/>
              <a:t>v4 </a:t>
            </a:r>
            <a:r>
              <a:rPr lang="zh-CN" altLang="en-US" dirty="0"/>
              <a:t>的 </a:t>
            </a:r>
            <a:r>
              <a:rPr lang="en-US" dirty="0"/>
              <a:t>multi-row forwarding </a:t>
            </a:r>
            <a:r>
              <a:rPr lang="zh-CN" altLang="en-US" dirty="0"/>
              <a:t>大约只有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1–1.3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cycles/word</a:t>
            </a:r>
            <a:r>
              <a:rPr lang="en-US" dirty="0"/>
              <a:t>。</a:t>
            </a:r>
          </a:p>
          <a:p>
            <a:r>
              <a:rPr lang="en-US" b="1" dirty="0"/>
              <a:t>3.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emit loop = 13.0 cycles/word</a:t>
            </a:r>
            <a:endParaRPr lang="en-US" b="1" dirty="0"/>
          </a:p>
          <a:p>
            <a:r>
              <a:rPr lang="zh-CN" altLang="en-US" dirty="0"/>
              <a:t>定义：</a:t>
            </a:r>
            <a:r>
              <a:rPr lang="en-US" dirty="0"/>
              <a:t>storage PE </a:t>
            </a:r>
            <a:r>
              <a:rPr lang="zh-CN" altLang="en-US" dirty="0"/>
              <a:t>在 </a:t>
            </a:r>
            <a:r>
              <a:rPr lang="en-US" dirty="0"/>
              <a:t>reload </a:t>
            </a:r>
            <a:r>
              <a:rPr lang="zh-CN" altLang="en-US" dirty="0"/>
              <a:t>方向由 </a:t>
            </a:r>
            <a:r>
              <a:rPr lang="en-US" dirty="0"/>
              <a:t>CE </a:t>
            </a:r>
            <a:r>
              <a:rPr lang="zh-CN" altLang="en-US" dirty="0"/>
              <a:t>执行同步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mov32</a:t>
            </a:r>
            <a:r>
              <a:rPr lang="en-US" dirty="0"/>
              <a:t> emit loop，</a:t>
            </a:r>
            <a:r>
              <a:rPr lang="zh-CN" altLang="en-US" dirty="0"/>
              <a:t>将一个 </a:t>
            </a:r>
            <a:r>
              <a:rPr lang="en-US" dirty="0"/>
              <a:t>word </a:t>
            </a:r>
            <a:r>
              <a:rPr lang="zh-CN" altLang="en-US" dirty="0"/>
              <a:t>注入 </a:t>
            </a:r>
            <a:r>
              <a:rPr lang="en-US" dirty="0"/>
              <a:t>fabric </a:t>
            </a:r>
            <a:r>
              <a:rPr lang="zh-CN" altLang="en-US" dirty="0"/>
              <a:t>的串行成本。</a:t>
            </a:r>
          </a:p>
          <a:p>
            <a:r>
              <a:rPr lang="zh-CN" altLang="en-US" dirty="0"/>
              <a:t>实验中先把 </a:t>
            </a:r>
            <a:r>
              <a:rPr lang="en-US" dirty="0"/>
              <a:t>owner </a:t>
            </a:r>
            <a:r>
              <a:rPr lang="zh-CN" altLang="en-US" dirty="0"/>
              <a:t>端接收改成 </a:t>
            </a:r>
            <a:r>
              <a:rPr lang="en-US" dirty="0"/>
              <a:t>bulk DSD，</a:t>
            </a:r>
            <a:r>
              <a:rPr lang="zh-CN" altLang="en-US" dirty="0"/>
              <a:t>移除了约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43.6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cycles/word</a:t>
            </a:r>
            <a:r>
              <a:rPr lang="en-US" dirty="0"/>
              <a:t> </a:t>
            </a:r>
            <a:r>
              <a:rPr lang="zh-CN" altLang="en-US" dirty="0"/>
              <a:t>的 </a:t>
            </a:r>
            <a:r>
              <a:rPr lang="en-US" dirty="0"/>
              <a:t>owner data-task bottleneck。</a:t>
            </a:r>
            <a:r>
              <a:rPr lang="zh-CN" altLang="en-US" dirty="0"/>
              <a:t>此后 </a:t>
            </a:r>
            <a:r>
              <a:rPr lang="en-US" dirty="0"/>
              <a:t>reload marginal </a:t>
            </a:r>
            <a:r>
              <a:rPr lang="zh-CN" altLang="en-US" dirty="0"/>
              <a:t>正好降到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13.0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cycles/word</a:t>
            </a:r>
            <a:r>
              <a:rPr lang="en-US" dirty="0"/>
              <a:t>，</a:t>
            </a:r>
            <a:r>
              <a:rPr lang="zh-CN" altLang="en-US" dirty="0"/>
              <a:t>所以这个值是相对干净的 </a:t>
            </a:r>
            <a:r>
              <a:rPr lang="en-US" dirty="0"/>
              <a:t>storage emit-loop </a:t>
            </a:r>
            <a:r>
              <a:rPr lang="zh-CN" altLang="en-US" dirty="0"/>
              <a:t>测量。</a:t>
            </a:r>
          </a:p>
          <a:p>
            <a:r>
              <a:rPr lang="zh-CN" altLang="en-US" dirty="0"/>
              <a:t>它包含：</a:t>
            </a:r>
          </a:p>
          <a:p>
            <a:r>
              <a:rPr lang="en-US" dirty="0"/>
              <a:t>CE </a:t>
            </a:r>
            <a:r>
              <a:rPr lang="zh-CN" altLang="en-US" dirty="0"/>
              <a:t>执行 </a:t>
            </a:r>
            <a:r>
              <a:rPr lang="en-US" dirty="0"/>
              <a:t>emit loop；</a:t>
            </a:r>
          </a:p>
          <a:p>
            <a:r>
              <a:rPr lang="zh-CN" altLang="en-US" dirty="0"/>
              <a:t>构造</a:t>
            </a:r>
            <a:r>
              <a:rPr lang="en-US" altLang="zh-CN" dirty="0"/>
              <a:t>/</a:t>
            </a:r>
            <a:r>
              <a:rPr lang="zh-CN" altLang="en-US" dirty="0"/>
              <a:t>推进 </a:t>
            </a:r>
            <a:r>
              <a:rPr lang="en-US" dirty="0"/>
              <a:t>output DSD；</a:t>
            </a:r>
          </a:p>
          <a:p>
            <a:r>
              <a:rPr lang="zh-CN" altLang="en-US" dirty="0"/>
              <a:t>将 </a:t>
            </a:r>
            <a:r>
              <a:rPr lang="en-US" dirty="0"/>
              <a:t>word </a:t>
            </a:r>
            <a:r>
              <a:rPr lang="zh-CN" altLang="en-US" dirty="0"/>
              <a:t>注入 </a:t>
            </a:r>
            <a:r>
              <a:rPr lang="en-US" dirty="0"/>
              <a:t>OQ/fabric。</a:t>
            </a:r>
          </a:p>
          <a:p>
            <a:r>
              <a:rPr lang="zh-CN" altLang="en-US" dirty="0"/>
              <a:t>它不代表纯 </a:t>
            </a:r>
            <a:r>
              <a:rPr lang="en-US" dirty="0"/>
              <a:t>link bandwidth。</a:t>
            </a:r>
          </a:p>
          <a:p>
            <a:r>
              <a:rPr lang="en-US" b="1" dirty="0"/>
              <a:t>4.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reload relay ≈ 28.8 cycles/word</a:t>
            </a:r>
            <a:endParaRPr lang="en-US" b="1" dirty="0"/>
          </a:p>
          <a:p>
            <a:r>
              <a:rPr lang="zh-CN" altLang="en-US" dirty="0"/>
              <a:t>定义：</a:t>
            </a:r>
            <a:r>
              <a:rPr lang="en-US" dirty="0"/>
              <a:t>v5 cascade </a:t>
            </a:r>
            <a:r>
              <a:rPr lang="zh-CN" altLang="en-US" dirty="0"/>
              <a:t>中，中间 </a:t>
            </a:r>
            <a:r>
              <a:rPr lang="en-US" dirty="0"/>
              <a:t>storage row </a:t>
            </a:r>
            <a:r>
              <a:rPr lang="zh-CN" altLang="en-US" dirty="0"/>
              <a:t>在 </a:t>
            </a:r>
            <a:r>
              <a:rPr lang="en-US" dirty="0"/>
              <a:t>reload </a:t>
            </a:r>
            <a:r>
              <a:rPr lang="zh-CN" altLang="en-US" dirty="0"/>
              <a:t>方向接收来自更深 </a:t>
            </a:r>
            <a:r>
              <a:rPr lang="en-US" dirty="0"/>
              <a:t>storage row </a:t>
            </a:r>
            <a:r>
              <a:rPr lang="zh-CN" altLang="en-US" dirty="0"/>
              <a:t>的 </a:t>
            </a:r>
            <a:r>
              <a:rPr lang="en-US" dirty="0"/>
              <a:t>word，</a:t>
            </a:r>
            <a:r>
              <a:rPr lang="zh-CN" altLang="en-US" dirty="0"/>
              <a:t>并由 </a:t>
            </a:r>
            <a:r>
              <a:rPr lang="en-US" dirty="0"/>
              <a:t>CE </a:t>
            </a:r>
            <a:r>
              <a:rPr lang="zh-CN" altLang="en-US" dirty="0"/>
              <a:t>将其重新发送给更靠近 </a:t>
            </a:r>
            <a:r>
              <a:rPr lang="en-US" dirty="0"/>
              <a:t>compute </a:t>
            </a:r>
            <a:r>
              <a:rPr lang="zh-CN" altLang="en-US" dirty="0"/>
              <a:t>的一层所需的增量成本。</a:t>
            </a:r>
          </a:p>
          <a:p>
            <a:r>
              <a:rPr lang="zh-CN" altLang="en-US" dirty="0"/>
              <a:t>路径是：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deeper storage row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fabric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intermediate storage PE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RAMP / IQ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 receive + relay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OQ / RAMP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shallower row or compute</a:t>
            </a:r>
          </a:p>
          <a:p>
            <a:r>
              <a:rPr lang="zh-CN" altLang="en-US" dirty="0"/>
              <a:t>这个值不是一个独立 </a:t>
            </a:r>
            <a:r>
              <a:rPr lang="en-US" dirty="0"/>
              <a:t>TSC span </a:t>
            </a:r>
            <a:r>
              <a:rPr lang="zh-CN" altLang="en-US" dirty="0"/>
              <a:t>直接读出来的，而是从 </a:t>
            </a:r>
            <a:r>
              <a:rPr lang="en-US" dirty="0"/>
              <a:t>DSD multi-row tax </a:t>
            </a:r>
            <a:r>
              <a:rPr lang="zh-CN" altLang="en-US" dirty="0"/>
              <a:t>分解得到：</a:t>
            </a:r>
          </a:p>
          <a:p>
            <a:r>
              <a:rPr lang="en-US" altLang="zh-CN" dirty="0"/>
              <a:t>\[ </a:t>
            </a:r>
            <a:r>
              <a:rPr lang="en-US" dirty="0"/>
              <a:t>tax_{</a:t>
            </a:r>
            <a:r>
              <a:rPr lang="en-US" dirty="0" err="1"/>
              <a:t>dsd</a:t>
            </a:r>
            <a:r>
              <a:rPr lang="en-US" dirty="0"/>
              <a:t>} = (c_{</a:t>
            </a:r>
            <a:r>
              <a:rPr lang="en-US" dirty="0" err="1"/>
              <a:t>fwd</a:t>
            </a:r>
            <a:r>
              <a:rPr lang="en-US" dirty="0"/>
              <a:t>}-c_{keep}) + (c_{relay}-c_{emit}) \]</a:t>
            </a:r>
          </a:p>
          <a:p>
            <a:r>
              <a:rPr lang="zh-CN" altLang="en-US" dirty="0"/>
              <a:t>解出来约为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28.8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cycles/word</a:t>
            </a:r>
            <a:r>
              <a:rPr lang="en-US" dirty="0"/>
              <a:t>，</a:t>
            </a:r>
            <a:r>
              <a:rPr lang="zh-CN" altLang="en-US" dirty="0"/>
              <a:t>再用 </a:t>
            </a:r>
            <a:r>
              <a:rPr lang="en-US" dirty="0"/>
              <a:t>task-mode </a:t>
            </a:r>
            <a:r>
              <a:rPr lang="zh-CN" altLang="en-US" dirty="0"/>
              <a:t>数据交叉验证，误差约 </a:t>
            </a:r>
            <a:r>
              <a:rPr lang="en-US" altLang="zh-CN" dirty="0"/>
              <a:t>1.6%</a:t>
            </a:r>
            <a:r>
              <a:rPr lang="zh-CN" altLang="en-US" dirty="0"/>
              <a:t>。因此它属于 </a:t>
            </a:r>
            <a:r>
              <a:rPr lang="en-US" dirty="0"/>
              <a:t>device-fit decomposition。</a:t>
            </a:r>
          </a:p>
          <a:p>
            <a:r>
              <a:rPr lang="en-US" b="1" dirty="0"/>
              <a:t>5.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park receive = 43.3 cycles/word</a:t>
            </a:r>
            <a:endParaRPr lang="en-US" b="1" dirty="0"/>
          </a:p>
          <a:p>
            <a:r>
              <a:rPr lang="zh-CN" altLang="en-US" dirty="0"/>
              <a:t>定义：单行 </a:t>
            </a:r>
            <a:r>
              <a:rPr lang="en-US" dirty="0"/>
              <a:t>v3 park </a:t>
            </a:r>
            <a:r>
              <a:rPr lang="zh-CN" altLang="en-US" dirty="0"/>
              <a:t>中，</a:t>
            </a:r>
            <a:r>
              <a:rPr lang="en-US" dirty="0"/>
              <a:t>storage endpoint </a:t>
            </a:r>
            <a:r>
              <a:rPr lang="zh-CN" altLang="en-US" dirty="0"/>
              <a:t>的 </a:t>
            </a:r>
            <a:r>
              <a:rPr lang="en-US" dirty="0"/>
              <a:t>CE </a:t>
            </a:r>
            <a:r>
              <a:rPr lang="zh-CN" altLang="en-US" dirty="0"/>
              <a:t>每收到一个 </a:t>
            </a:r>
            <a:r>
              <a:rPr lang="en-US" dirty="0"/>
              <a:t>park word，</a:t>
            </a:r>
            <a:r>
              <a:rPr lang="zh-CN" altLang="en-US" dirty="0"/>
              <a:t>执行 </a:t>
            </a:r>
            <a:r>
              <a:rPr lang="en-US" dirty="0"/>
              <a:t>data task </a:t>
            </a:r>
            <a:r>
              <a:rPr lang="zh-CN" altLang="en-US" dirty="0"/>
              <a:t>和验证逻辑所需的串行成本。</a:t>
            </a:r>
          </a:p>
          <a:p>
            <a:r>
              <a:rPr lang="zh-CN" altLang="en-US" dirty="0"/>
              <a:t>当前 </a:t>
            </a:r>
            <a:r>
              <a:rPr lang="en-US" dirty="0"/>
              <a:t>benchmark </a:t>
            </a:r>
            <a:r>
              <a:rPr lang="zh-CN" altLang="en-US" dirty="0"/>
              <a:t>是 </a:t>
            </a:r>
            <a:r>
              <a:rPr lang="en-US" dirty="0"/>
              <a:t>verify-not-store，</a:t>
            </a:r>
            <a:r>
              <a:rPr lang="zh-CN" altLang="en-US" dirty="0"/>
              <a:t>因此这里主要包括：</a:t>
            </a:r>
          </a:p>
          <a:p>
            <a:r>
              <a:rPr lang="en-US" dirty="0"/>
              <a:t>wavelet </a:t>
            </a:r>
            <a:r>
              <a:rPr lang="zh-CN" altLang="en-US" dirty="0"/>
              <a:t>从 </a:t>
            </a:r>
            <a:r>
              <a:rPr lang="en-US" dirty="0"/>
              <a:t>RAMP/IQ </a:t>
            </a:r>
            <a:r>
              <a:rPr lang="zh-CN" altLang="en-US" dirty="0"/>
              <a:t>激活 </a:t>
            </a:r>
            <a:r>
              <a:rPr lang="en-US" dirty="0"/>
              <a:t>data task；</a:t>
            </a:r>
          </a:p>
          <a:p>
            <a:r>
              <a:rPr lang="en-US" dirty="0"/>
              <a:t>CE </a:t>
            </a:r>
            <a:r>
              <a:rPr lang="zh-CN" altLang="en-US" dirty="0"/>
              <a:t>读取 </a:t>
            </a:r>
            <a:r>
              <a:rPr lang="en-US" dirty="0"/>
              <a:t>payload；</a:t>
            </a:r>
          </a:p>
          <a:p>
            <a:r>
              <a:rPr lang="zh-CN" altLang="en-US" dirty="0"/>
              <a:t>检查发送顺序、计数和内容；</a:t>
            </a:r>
          </a:p>
          <a:p>
            <a:r>
              <a:rPr lang="zh-CN" altLang="en-US" dirty="0"/>
              <a:t>更新本地接收状态。</a:t>
            </a:r>
          </a:p>
          <a:p>
            <a:r>
              <a:rPr lang="zh-CN" altLang="en-US" dirty="0"/>
              <a:t>它不能直接解释成“</a:t>
            </a:r>
            <a:r>
              <a:rPr lang="en-US" dirty="0"/>
              <a:t>SRAM </a:t>
            </a:r>
            <a:r>
              <a:rPr lang="zh-CN" altLang="en-US" dirty="0"/>
              <a:t>写入成本”。真正存储 </a:t>
            </a:r>
            <a:r>
              <a:rPr lang="en-US" dirty="0"/>
              <a:t>KV </a:t>
            </a:r>
            <a:r>
              <a:rPr lang="zh-CN" altLang="en-US" dirty="0"/>
              <a:t>后还需重新测量 </a:t>
            </a:r>
            <a:r>
              <a:rPr lang="en-US" dirty="0"/>
              <a:t>local-memory store </a:t>
            </a:r>
            <a:r>
              <a:rPr lang="zh-CN" altLang="en-US" dirty="0"/>
              <a:t>的影响。</a:t>
            </a:r>
          </a:p>
          <a:p>
            <a:r>
              <a:rPr lang="zh-CN" altLang="en-US" dirty="0"/>
              <a:t>这个值由 </a:t>
            </a:r>
            <a:r>
              <a:rPr lang="en-US" dirty="0"/>
              <a:t>park span </a:t>
            </a:r>
            <a:r>
              <a:rPr lang="zh-CN" altLang="en-US" dirty="0"/>
              <a:t>对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N×E</a:t>
            </a:r>
            <a:r>
              <a:rPr lang="en-US" dirty="0"/>
              <a:t> </a:t>
            </a:r>
            <a:r>
              <a:rPr lang="zh-CN" altLang="en-US" dirty="0"/>
              <a:t>的 </a:t>
            </a:r>
            <a:r>
              <a:rPr lang="en-US" dirty="0"/>
              <a:t>scaling </a:t>
            </a:r>
            <a:r>
              <a:rPr lang="zh-CN" altLang="en-US" dirty="0"/>
              <a:t>直接拟合得到，约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43.3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cycles/word</a:t>
            </a:r>
            <a:r>
              <a:rPr lang="en-US" dirty="0"/>
              <a:t>。</a:t>
            </a:r>
          </a:p>
          <a:p>
            <a:r>
              <a:rPr lang="en-US" b="1" dirty="0"/>
              <a:t>6.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 + forward = 75.4 cycles/word</a:t>
            </a:r>
            <a:endParaRPr lang="en-US" b="1" dirty="0"/>
          </a:p>
          <a:p>
            <a:r>
              <a:rPr lang="zh-CN" altLang="en-US" dirty="0"/>
              <a:t>定义：</a:t>
            </a:r>
            <a:r>
              <a:rPr lang="en-US" dirty="0"/>
              <a:t>v5 cascade </a:t>
            </a:r>
            <a:r>
              <a:rPr lang="zh-CN" altLang="en-US" dirty="0"/>
              <a:t>的中间 </a:t>
            </a:r>
            <a:r>
              <a:rPr lang="en-US" dirty="0"/>
              <a:t>storage PE </a:t>
            </a:r>
            <a:r>
              <a:rPr lang="zh-CN" altLang="en-US" dirty="0"/>
              <a:t>在 </a:t>
            </a:r>
            <a:r>
              <a:rPr lang="en-US" dirty="0"/>
              <a:t>park </a:t>
            </a:r>
            <a:r>
              <a:rPr lang="zh-CN" altLang="en-US" dirty="0"/>
              <a:t>方向收到一个不属于本行的 </a:t>
            </a:r>
            <a:r>
              <a:rPr lang="en-US" dirty="0"/>
              <a:t>word </a:t>
            </a:r>
            <a:r>
              <a:rPr lang="zh-CN" altLang="en-US" dirty="0"/>
              <a:t>后，执行完整的：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identify band/owner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validate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prepare forwarding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→ CE re-emit to next storage row</a:t>
            </a:r>
          </a:p>
          <a:p>
            <a:r>
              <a:rPr lang="zh-CN" altLang="en-US" dirty="0"/>
              <a:t>它比单纯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park receive</a:t>
            </a:r>
            <a:r>
              <a:rPr lang="en-US" dirty="0"/>
              <a:t> </a:t>
            </a:r>
            <a:r>
              <a:rPr lang="zh-CN" altLang="en-US" dirty="0"/>
              <a:t>多了一次完整 </a:t>
            </a:r>
            <a:r>
              <a:rPr lang="en-US" dirty="0"/>
              <a:t>CE-side forwarding path。</a:t>
            </a:r>
          </a:p>
          <a:p>
            <a:r>
              <a:rPr lang="zh-CN" altLang="en-US" dirty="0"/>
              <a:t>该值从四个独立 </a:t>
            </a:r>
            <a:r>
              <a:rPr lang="en-US" dirty="0"/>
              <a:t>row-0 park-span cells </a:t>
            </a:r>
            <a:r>
              <a:rPr lang="zh-CN" altLang="en-US" dirty="0"/>
              <a:t>拟合得到：</a:t>
            </a:r>
          </a:p>
          <a:p>
            <a:r>
              <a:rPr lang="en-US" altLang="zh-CN" dirty="0"/>
              <a:t>\[ 75.4\</a:t>
            </a:r>
            <a:r>
              <a:rPr lang="en-US" dirty="0"/>
              <a:t>pm0.9\text{ cycles/word} \]</a:t>
            </a:r>
          </a:p>
          <a:p>
            <a:r>
              <a:rPr lang="zh-CN" altLang="en-US" dirty="0"/>
              <a:t>四个 </a:t>
            </a:r>
            <a:r>
              <a:rPr lang="en-US" dirty="0"/>
              <a:t>cell </a:t>
            </a:r>
            <a:r>
              <a:rPr lang="zh-CN" altLang="en-US" dirty="0"/>
              <a:t>分别约为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74.1/74.5/75.7/75.9</a:t>
            </a:r>
            <a:r>
              <a:rPr lang="zh-CN" altLang="en-US" dirty="0"/>
              <a:t>，因此是稳定的真实 </a:t>
            </a:r>
            <a:r>
              <a:rPr lang="en-US" dirty="0"/>
              <a:t>CS-3 coefficient。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Two measured router-only terms: distance adds </a:t>
            </a:r>
            <a:r>
              <a:rPr dirty="0" err="1"/>
              <a:t>t_hop</a:t>
            </a:r>
            <a:r>
              <a:rPr dirty="0"/>
              <a:t>=2.0 cycles per transit hop per direction, so the full-cycle increment is 2(D-1)</a:t>
            </a:r>
            <a:r>
              <a:rPr dirty="0" err="1"/>
              <a:t>t_hop</a:t>
            </a:r>
            <a:r>
              <a:rPr dirty="0"/>
              <a:t>; v4 multi-row forwarding adds 1.06/1.29 cycles per forwarded word. CE coefficients are much larger: emit loop 13.0, reload relay about 28.8, park receive 43.3, </a:t>
            </a:r>
            <a:r>
              <a:rPr dirty="0" err="1"/>
              <a:t>receive+validate+forward</a:t>
            </a:r>
            <a:r>
              <a:rPr dirty="0"/>
              <a:t> 75.4 cycles/word. The comparison is mechanism-level: </a:t>
            </a:r>
            <a:r>
              <a:rPr dirty="0" err="1"/>
              <a:t>t_hop</a:t>
            </a:r>
            <a:r>
              <a:rPr dirty="0"/>
              <a:t> has units cycles/hop and is not plotted beside cycles/word. Pipeline stages combine by the binding maximum, not an unconditional sum. The demo blocks compute at the round boundary, so live concurrent-CE interference remains unmeasured.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 reading: T0 in-PE resident (free, scarcest SRAM) / T1 on-chip strip (swap ~ L/692 token-equivalents as-built; capacity R x ~11K words per column, columns parallel) / T2 recompute (only for tiny or un-parked history) / T2 DRAM (capacity overflow; shared edge IO, host in the loop). Caveats stated: delta floor is L_new=256 at 77.4 us/token - smaller L_new shrinks it; throughput view still wants the storage-DSD rung; concurrent-decode interference and round-gap fit are the remaining unmeasured items. Open design: a hybrid (v4 router transit + v5 static compute column) would dominate both at ~1.6 baseline + ~1.1 tax.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directly follows the Aug 11 ragged-execution limitation slide. Current common-start assignment is numerically correct; the open question was whether suppressing redundant lane work would shorten the lockstep batch critical path, or only reduce operation count and improve fairness/energy. Source figure: 2026-08-11 weekly collaborator deck, slide 7.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implemented skip surface: vecmat_computation_f32 avoids Q/K/V/O/up/gate/down GEMV maps; score_matvec_mult skips Q·K cache traversal; output_matvec_mult skips P·V cache aggregation; process_kv preserves resident KV. c1_zero_inactive_x establishes deterministic dummy state and is not saved work. RMSNorm, QK norm, RoPE, softmax, SiLU/SwiGLU, residuals, whole-buffer zero/cast, every collective, route reconfiguration, X/Z transport and head/tail remain active at fixed extent. One global token position remains; this is C1, not C2 independent progress.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Construction-matched manual K0 is the only baseline used here. Mean speedups for K=256/512/768 are -0.0328%, -0.0924%, and -0.0297%; the response is non-monotonic and no break-even appears. A descriptive K=768 Welch sensitivity has an approximate +0.106% speedup upper edge, but serial case blocks make it non-universal. The automatic Experiment-A K0 is 12.2363% faster than this manual construction and must not be mixed into the ratio. Decision boundary: NO-GO for C1-M as a throughput mechanism at this point; operation reduction is real, end-to-end throughput/fairness/energy remain separate or unknown.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recommendation is implied yet. Option A is one bounded profiling gate to explain the fixed floor. Option B targets the final mechanism in which a long-hit request can advance without waiting for another lane's missing prefix, but crosses into C2 and O1 continuous-batching scope. The realistic workload projection remains necessary before either path receives a serving-level gain.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6D28D9"/>
                </a:solidFill>
                <a:latin typeface="Arial"/>
              </a:rPr>
              <a:t>WEEKLY COLLABORATOR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i="0" u="none">
                <a:solidFill>
                  <a:srgbClr val="18181B"/>
                </a:solidFill>
                <a:latin typeface="Arial"/>
              </a:rPr>
              <a:t>On-Chip KV Offload as a Storage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19672"/>
            <a:ext cx="12344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i="0" u="none">
                <a:solidFill>
                  <a:srgbClr val="52525B"/>
                </a:solidFill>
                <a:latin typeface="Arial"/>
              </a:rPr>
              <a:t>Two multi-row storage designs measured on real WSE-3; the on-chip tier now sits under both prior resume options.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3598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35981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Qwen3-1.7B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680" y="8796528"/>
            <a:ext cx="449585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680" y="9125712"/>
            <a:ext cx="449585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81 CS-3 runs, 0-cycle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1539" y="8796528"/>
            <a:ext cx="2547401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1539" y="9125712"/>
            <a:ext cx="254740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M3 idle-PE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8941" y="8796528"/>
            <a:ext cx="2107763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8941" y="9125712"/>
            <a:ext cx="2107763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2026-08-24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GOAL · WHERE WE ARE IN THE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M2 ended at recompute-vs-host with a 744-token crossing; M3 asks if idle PEs beat both</a:t>
            </a:r>
          </a:p>
        </p:txBody>
      </p:sp>
      <p:pic>
        <p:nvPicPr>
          <p:cNvPr id="4" name="figure" descr="recap_e1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803" y="3159251"/>
            <a:ext cx="5972393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Last time (M2 E10/E10D, all device-measured): below H*=744 recompute wins, above it host reload wins — but reload rides shared edge IO and the host. M3's question: can idle on-chip PEs hold parked KV as a middle tier? This week: build the multi-row storage strip both candidate ways, measure both end-to-end, and price the 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IMPLEMENTATION · TWO COORDINATION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v4 reprograms compute roles per epoch; v5 keeps compute byte-identical and cascades inside the strip</a:t>
            </a:r>
          </a:p>
        </p:txBody>
      </p:sp>
      <p:pic>
        <p:nvPicPr>
          <p:cNvPr id="4" name="figure" descr="v4_vs_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436" y="3159251"/>
            <a:ext cx="12221126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Both share the proven single-row protocol on one borrowed color. v4: bands park in sequential epochs, chained fully on-chip by a GO color; every tapped PE rewrites its switch positions per epoch. v5: row 0 keeps the nearest band and store-and-forwards deeper words on static per-hop colors; a STRIP_TAIL word rides behind the data as the causal end-of-stream. Reload returns over the same paths reversed.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D8E128D-39A0-EC7A-5D07-134B7B924B84}"/>
                  </a:ext>
                </a:extLst>
              </p14:cNvPr>
              <p14:cNvContentPartPr/>
              <p14:nvPr/>
            </p14:nvContentPartPr>
            <p14:xfrm>
              <a:off x="2923920" y="1842480"/>
              <a:ext cx="15360840" cy="5686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D8E128D-39A0-EC7A-5D07-134B7B924B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4560" y="1833120"/>
                <a:ext cx="15379560" cy="570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CAPACITY · NOMINAL 42 KIB/STORAGE PE = 672 KV-TOKEN EQUIVALENTS PER 1×256 ROW/BLOCK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Each row adds 672-token capacity; v4 wins every multi-row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159251"/>
            <a:ext cx="336103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KV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0613" y="3159251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ROWS ·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3805" y="315925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V3 SINGLE-ROW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6694" y="315925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V4 GO-CHAIN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99583" y="315925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spc="150">
                <a:solidFill>
                  <a:srgbClr val="A1A1AA"/>
                </a:solidFill>
                <a:latin typeface="Arial"/>
              </a:rPr>
              <a:t>V5 CASCADE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3625596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863339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task · 1,024 tok</a:t>
            </a:r>
          </a:p>
        </p:txBody>
      </p:sp>
      <p:sp>
        <p:nvSpPr>
          <p:cNvPr id="11" name="rule"/>
          <p:cNvSpPr/>
          <p:nvPr/>
        </p:nvSpPr>
        <p:spPr>
          <a:xfrm>
            <a:off x="4540613" y="3625596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0613" y="3863339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 · 672 tok (under)</a:t>
            </a:r>
          </a:p>
        </p:txBody>
      </p:sp>
      <p:sp>
        <p:nvSpPr>
          <p:cNvPr id="13" name="rule"/>
          <p:cNvSpPr/>
          <p:nvPr/>
        </p:nvSpPr>
        <p:spPr>
          <a:xfrm>
            <a:off x="8513805" y="3625596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3805" y="386333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1,388,470</a:t>
            </a:r>
          </a:p>
        </p:txBody>
      </p:sp>
      <p:sp>
        <p:nvSpPr>
          <p:cNvPr id="15" name="rule"/>
          <p:cNvSpPr/>
          <p:nvPr/>
        </p:nvSpPr>
        <p:spPr>
          <a:xfrm>
            <a:off x="11506694" y="3625596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06694" y="386333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1,535,920</a:t>
            </a:r>
          </a:p>
        </p:txBody>
      </p:sp>
      <p:sp>
        <p:nvSpPr>
          <p:cNvPr id="17" name="rule"/>
          <p:cNvSpPr/>
          <p:nvPr/>
        </p:nvSpPr>
        <p:spPr>
          <a:xfrm>
            <a:off x="14499583" y="3625596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499583" y="386333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1,420,244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4423409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661153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task · 1,024 tok</a:t>
            </a:r>
          </a:p>
        </p:txBody>
      </p:sp>
      <p:sp>
        <p:nvSpPr>
          <p:cNvPr id="21" name="rule"/>
          <p:cNvSpPr/>
          <p:nvPr/>
        </p:nvSpPr>
        <p:spPr>
          <a:xfrm>
            <a:off x="4540613" y="4423409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0613" y="4661153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2 · 1,344 tok (fits)</a:t>
            </a:r>
          </a:p>
        </p:txBody>
      </p:sp>
      <p:sp>
        <p:nvSpPr>
          <p:cNvPr id="23" name="rule"/>
          <p:cNvSpPr/>
          <p:nvPr/>
        </p:nvSpPr>
        <p:spPr>
          <a:xfrm>
            <a:off x="8513805" y="4423409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13805" y="4661153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25" name="rule"/>
          <p:cNvSpPr/>
          <p:nvPr/>
        </p:nvSpPr>
        <p:spPr>
          <a:xfrm>
            <a:off x="11506694" y="4423409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06694" y="4661153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1,544,946</a:t>
            </a:r>
          </a:p>
        </p:txBody>
      </p:sp>
      <p:sp>
        <p:nvSpPr>
          <p:cNvPr id="27" name="rule"/>
          <p:cNvSpPr/>
          <p:nvPr/>
        </p:nvSpPr>
        <p:spPr>
          <a:xfrm>
            <a:off x="14499583" y="4423409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499583" y="4661153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1,675,327</a:t>
            </a:r>
          </a:p>
        </p:txBody>
      </p:sp>
      <p:sp>
        <p:nvSpPr>
          <p:cNvPr id="29" name="rule"/>
          <p:cNvSpPr/>
          <p:nvPr/>
        </p:nvSpPr>
        <p:spPr>
          <a:xfrm>
            <a:off x="987552" y="5221223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5458967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task · 1,024 tok</a:t>
            </a:r>
          </a:p>
        </p:txBody>
      </p:sp>
      <p:sp>
        <p:nvSpPr>
          <p:cNvPr id="31" name="rule"/>
          <p:cNvSpPr/>
          <p:nvPr/>
        </p:nvSpPr>
        <p:spPr>
          <a:xfrm>
            <a:off x="4540613" y="5221223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40613" y="5458967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4 · 2,688 tok (fits)</a:t>
            </a:r>
          </a:p>
        </p:txBody>
      </p:sp>
      <p:sp>
        <p:nvSpPr>
          <p:cNvPr id="33" name="rule"/>
          <p:cNvSpPr/>
          <p:nvPr/>
        </p:nvSpPr>
        <p:spPr>
          <a:xfrm>
            <a:off x="8513805" y="5221223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13805" y="5458967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35" name="rule"/>
          <p:cNvSpPr/>
          <p:nvPr/>
        </p:nvSpPr>
        <p:spPr>
          <a:xfrm>
            <a:off x="11506694" y="5221223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506694" y="5458967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1,550,855</a:t>
            </a:r>
          </a:p>
        </p:txBody>
      </p:sp>
      <p:sp>
        <p:nvSpPr>
          <p:cNvPr id="37" name="rule"/>
          <p:cNvSpPr/>
          <p:nvPr/>
        </p:nvSpPr>
        <p:spPr>
          <a:xfrm>
            <a:off x="14499583" y="5221223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499583" y="5458967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1,812,526</a:t>
            </a:r>
          </a:p>
        </p:txBody>
      </p:sp>
      <p:sp>
        <p:nvSpPr>
          <p:cNvPr id="39" name="rule"/>
          <p:cNvSpPr/>
          <p:nvPr/>
        </p:nvSpPr>
        <p:spPr>
          <a:xfrm>
            <a:off x="987552" y="6019037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2" y="6256781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DSD · 8,192 tok</a:t>
            </a:r>
          </a:p>
        </p:txBody>
      </p:sp>
      <p:sp>
        <p:nvSpPr>
          <p:cNvPr id="41" name="rule"/>
          <p:cNvSpPr/>
          <p:nvPr/>
        </p:nvSpPr>
        <p:spPr>
          <a:xfrm>
            <a:off x="4540613" y="6019037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0613" y="6256781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 · 672 tok (under)</a:t>
            </a:r>
          </a:p>
        </p:txBody>
      </p:sp>
      <p:sp>
        <p:nvSpPr>
          <p:cNvPr id="43" name="rule"/>
          <p:cNvSpPr/>
          <p:nvPr/>
        </p:nvSpPr>
        <p:spPr>
          <a:xfrm>
            <a:off x="8513805" y="6019037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3805" y="625678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7,350,234</a:t>
            </a:r>
          </a:p>
        </p:txBody>
      </p:sp>
      <p:sp>
        <p:nvSpPr>
          <p:cNvPr id="45" name="rule"/>
          <p:cNvSpPr/>
          <p:nvPr/>
        </p:nvSpPr>
        <p:spPr>
          <a:xfrm>
            <a:off x="11506694" y="6019037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506694" y="625678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8,542,434</a:t>
            </a:r>
          </a:p>
        </p:txBody>
      </p:sp>
      <p:sp>
        <p:nvSpPr>
          <p:cNvPr id="47" name="rule"/>
          <p:cNvSpPr/>
          <p:nvPr/>
        </p:nvSpPr>
        <p:spPr>
          <a:xfrm>
            <a:off x="14499583" y="6019037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499583" y="6256781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7,482,812</a:t>
            </a:r>
          </a:p>
        </p:txBody>
      </p:sp>
      <p:sp>
        <p:nvSpPr>
          <p:cNvPr id="49" name="rule"/>
          <p:cNvSpPr/>
          <p:nvPr/>
        </p:nvSpPr>
        <p:spPr>
          <a:xfrm>
            <a:off x="987552" y="6816851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7552" y="7054595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DSD · 8,192 tok</a:t>
            </a:r>
          </a:p>
        </p:txBody>
      </p:sp>
      <p:sp>
        <p:nvSpPr>
          <p:cNvPr id="51" name="rule"/>
          <p:cNvSpPr/>
          <p:nvPr/>
        </p:nvSpPr>
        <p:spPr>
          <a:xfrm>
            <a:off x="4540613" y="6816851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40613" y="7054595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2 · 1,344 tok (under)</a:t>
            </a:r>
          </a:p>
        </p:txBody>
      </p:sp>
      <p:sp>
        <p:nvSpPr>
          <p:cNvPr id="53" name="rule"/>
          <p:cNvSpPr/>
          <p:nvPr/>
        </p:nvSpPr>
        <p:spPr>
          <a:xfrm>
            <a:off x="8513805" y="6816851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13805" y="7054595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55" name="rule"/>
          <p:cNvSpPr/>
          <p:nvPr/>
        </p:nvSpPr>
        <p:spPr>
          <a:xfrm>
            <a:off x="11506694" y="6816851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06694" y="7054595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8,619,349</a:t>
            </a:r>
          </a:p>
        </p:txBody>
      </p:sp>
      <p:sp>
        <p:nvSpPr>
          <p:cNvPr id="57" name="rule"/>
          <p:cNvSpPr/>
          <p:nvPr/>
        </p:nvSpPr>
        <p:spPr>
          <a:xfrm>
            <a:off x="14499583" y="6816851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499583" y="7054595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10,669,498</a:t>
            </a:r>
          </a:p>
        </p:txBody>
      </p:sp>
      <p:sp>
        <p:nvSpPr>
          <p:cNvPr id="59" name="rule"/>
          <p:cNvSpPr/>
          <p:nvPr/>
        </p:nvSpPr>
        <p:spPr>
          <a:xfrm>
            <a:off x="987552" y="7614665"/>
            <a:ext cx="336103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7552" y="7852409"/>
            <a:ext cx="336103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DSD · 8,192 tok</a:t>
            </a:r>
          </a:p>
        </p:txBody>
      </p:sp>
      <p:sp>
        <p:nvSpPr>
          <p:cNvPr id="61" name="rule"/>
          <p:cNvSpPr/>
          <p:nvPr/>
        </p:nvSpPr>
        <p:spPr>
          <a:xfrm>
            <a:off x="4540613" y="7614665"/>
            <a:ext cx="378116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40613" y="7852409"/>
            <a:ext cx="3781167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4 · 2,688 tok (under)</a:t>
            </a:r>
          </a:p>
        </p:txBody>
      </p:sp>
      <p:sp>
        <p:nvSpPr>
          <p:cNvPr id="63" name="rule"/>
          <p:cNvSpPr/>
          <p:nvPr/>
        </p:nvSpPr>
        <p:spPr>
          <a:xfrm>
            <a:off x="8513805" y="7614665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513805" y="785240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65" name="rule"/>
          <p:cNvSpPr/>
          <p:nvPr/>
        </p:nvSpPr>
        <p:spPr>
          <a:xfrm>
            <a:off x="11506694" y="7614665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506694" y="785240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8,675,026</a:t>
            </a:r>
          </a:p>
        </p:txBody>
      </p:sp>
      <p:sp>
        <p:nvSpPr>
          <p:cNvPr id="67" name="rule"/>
          <p:cNvSpPr/>
          <p:nvPr/>
        </p:nvSpPr>
        <p:spPr>
          <a:xfrm>
            <a:off x="14499583" y="7614665"/>
            <a:ext cx="28008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499583" y="7852409"/>
            <a:ext cx="2800864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52525B"/>
                </a:solidFill>
                <a:latin typeface="Arial"/>
              </a:rPr>
              <a:t>12,343,610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11EF5D-54B6-47C4-173D-0827A589F02A}"/>
              </a:ext>
            </a:extLst>
          </p:cNvPr>
          <p:cNvSpPr txBox="1"/>
          <p:nvPr/>
        </p:nvSpPr>
        <p:spPr>
          <a:xfrm>
            <a:off x="3448050" y="9296400"/>
            <a:ext cx="1029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layout</a:t>
            </a:r>
            <a:r>
              <a:rPr lang="zh-CN" altLang="en-US" dirty="0"/>
              <a:t> </a:t>
            </a:r>
            <a:r>
              <a:rPr lang="en-US" altLang="zh-CN" dirty="0"/>
              <a:t>gives</a:t>
            </a:r>
            <a:r>
              <a:rPr lang="zh-CN" altLang="en-US" dirty="0"/>
              <a:t> </a:t>
            </a:r>
            <a:r>
              <a:rPr lang="en-US" altLang="zh-CN" dirty="0"/>
              <a:t>~36</a:t>
            </a:r>
            <a:r>
              <a:rPr lang="zh-CN" altLang="en-US" dirty="0"/>
              <a:t> </a:t>
            </a:r>
            <a:r>
              <a:rPr lang="en-US" altLang="zh-CN" dirty="0"/>
              <a:t>rows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/>
              <a:t>PE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  <a:r>
              <a:rPr lang="zh-CN" altLang="en-US" dirty="0"/>
              <a:t> </a:t>
            </a:r>
            <a:r>
              <a:rPr lang="en-US" altLang="zh-CN" dirty="0"/>
              <a:t>(bottom,</a:t>
            </a:r>
            <a:r>
              <a:rPr lang="zh-CN" altLang="en-US" dirty="0"/>
              <a:t> </a:t>
            </a:r>
            <a:r>
              <a:rPr lang="en-US" altLang="zh-CN" dirty="0"/>
              <a:t>24K</a:t>
            </a:r>
            <a:r>
              <a:rPr lang="zh-CN" altLang="en-US" dirty="0"/>
              <a:t> </a:t>
            </a:r>
            <a:r>
              <a:rPr lang="en-US" altLang="zh-CN" dirty="0"/>
              <a:t>tokens)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~56</a:t>
            </a:r>
            <a:r>
              <a:rPr lang="zh-CN" altLang="en-US" dirty="0"/>
              <a:t> </a:t>
            </a:r>
            <a:r>
              <a:rPr lang="en-US" altLang="zh-CN" dirty="0"/>
              <a:t>rows</a:t>
            </a:r>
            <a:r>
              <a:rPr lang="zh-CN" altLang="en-US" dirty="0"/>
              <a:t> </a:t>
            </a:r>
            <a:r>
              <a:rPr lang="en-US" altLang="zh-CN" dirty="0"/>
              <a:t>per</a:t>
            </a:r>
            <a:r>
              <a:rPr lang="zh-CN" altLang="en-US" dirty="0"/>
              <a:t> </a:t>
            </a:r>
            <a:r>
              <a:rPr lang="en-US" altLang="zh-CN" dirty="0"/>
              <a:t>PE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  <a:r>
              <a:rPr lang="zh-CN" altLang="en-US" dirty="0"/>
              <a:t> </a:t>
            </a:r>
            <a:r>
              <a:rPr lang="en-US" altLang="zh-CN" dirty="0"/>
              <a:t>(right,</a:t>
            </a:r>
            <a:r>
              <a:rPr lang="zh-CN" altLang="en-US" dirty="0"/>
              <a:t> </a:t>
            </a:r>
            <a:r>
              <a:rPr lang="en-US" altLang="zh-CN" dirty="0"/>
              <a:t>38K</a:t>
            </a:r>
            <a:r>
              <a:rPr lang="zh-CN" altLang="en-US" dirty="0"/>
              <a:t> </a:t>
            </a:r>
            <a:r>
              <a:rPr lang="en-US" altLang="zh-CN" dirty="0"/>
              <a:t>tokens)</a:t>
            </a:r>
            <a:r>
              <a:rPr lang="zh-CN" altLang="en-US" dirty="0"/>
              <a:t> 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FFDCAD-05CF-B3DD-D7EA-6C7FC3540A49}"/>
                  </a:ext>
                </a:extLst>
              </p14:cNvPr>
              <p14:cNvContentPartPr/>
              <p14:nvPr/>
            </p14:nvContentPartPr>
            <p14:xfrm>
              <a:off x="359280" y="2816280"/>
              <a:ext cx="16927560" cy="6896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FFDCAD-05CF-B3DD-D7EA-6C7FC3540A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920" y="2806920"/>
                <a:ext cx="16946280" cy="691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MODEL · ONE LAW, TWO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Both designs obey delta = tax x forwarded words — the tax is the mechanism, 25-35x apart</a:t>
            </a:r>
          </a:p>
        </p:txBody>
      </p:sp>
      <p:pic>
        <p:nvPicPr>
          <p:cNvPr id="4" name="figure" descr="fig_same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059" y="3159251"/>
            <a:ext cx="7377880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Delta vs each design's own R=1 baseline collapses on the same axis, fwd_words = (N - N/R)·E. v4's tax is router-level transit (1.06/1.29 cyc/word, near wire speed); v5's is a CE data-task per forwarded word (30.7/47.0). The v5 dsd fit needs one extra constant (~157k cycles): strip rows emit their own block before relaying, which fast owners expose.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MODEL · V4 GO-CHAIN, MEASURED WINNER FOR R &gt;=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v4 cost = endpoint baseline + router-only forwarding</a:t>
            </a:r>
          </a:p>
        </p:txBody>
      </p:sp>
      <p:pic>
        <p:nvPicPr>
          <p:cNvPr id="4" name="figure" descr="fig_v4_model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63" y="2484882"/>
            <a:ext cx="12325873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Generic equation first, fitted coefficients second, topology at right. Setting: N=256, E&gt;=64; pairs are task | owner-side bulk-DSD. v4 epoch_sum excludes small inter-epoch GO gaps.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B7BBD5-4E9A-CB75-318E-B5110B9A5FBC}"/>
                  </a:ext>
                </a:extLst>
              </p14:cNvPr>
              <p14:cNvContentPartPr/>
              <p14:nvPr/>
            </p14:nvContentPartPr>
            <p14:xfrm>
              <a:off x="2112480" y="372960"/>
              <a:ext cx="15813360" cy="7766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B7BBD5-4E9A-CB75-318E-B5110B9A5F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3120" y="363600"/>
                <a:ext cx="15832080" cy="778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MECHANISM · ROUTER TRANSIT VS CE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The fabric is not binding: CE per-word handling dominates</a:t>
            </a:r>
          </a:p>
        </p:txBody>
      </p:sp>
      <p:pic>
        <p:nvPicPr>
          <p:cNvPr id="4" name="figure" descr="fig_router_vs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297" y="2290483"/>
            <a:ext cx="13446149" cy="6298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588502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 dirty="0">
                <a:solidFill>
                  <a:srgbClr val="A1A1AA"/>
                </a:solidFill>
                <a:latin typeface="Arial"/>
              </a:rPr>
              <a:t>Router-only means switch-to-switch transit with no RAMP, IQ/task, CE landing, or local copy/re-emit. It still consumes links and can backpressure; current measurements are isolated, single-lane runs.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76D4A6-1EAF-53AF-7A8F-D9D3E7161BEC}"/>
                  </a:ext>
                </a:extLst>
              </p14:cNvPr>
              <p14:cNvContentPartPr/>
              <p14:nvPr/>
            </p14:nvContentPartPr>
            <p14:xfrm>
              <a:off x="339840" y="421560"/>
              <a:ext cx="17948160" cy="8733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76D4A6-1EAF-53AF-7A8F-D9D3E7161B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0480" y="412200"/>
                <a:ext cx="17966880" cy="875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SO WHAT · THE TIER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The on-chip tier sits under both old options: resume is now delta-dominated</a:t>
            </a:r>
          </a:p>
        </p:txBody>
      </p:sp>
      <p:pic>
        <p:nvPicPr>
          <p:cNvPr id="4" name="figure" descr="tier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893" y="3159251"/>
            <a:ext cx="7528213" cy="3943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1"/>
            <a:ext cx="16312896" cy="98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Same axes and setting as the M2 boundary figure, plus measured tier C: on-chip strip reload adds only 0.06-2.0 ms (13.0 cyc/word), 46-170x below host ingress I(H), flattening resume onto the ~20 ms L_new delta floor. The old 744-token crossing becomes a fallback choice for un-parked history. Next lever for resume latency is the delta/restart path, not the transfer.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BFF10FB-9575-C039-D284-290DCF3B3847}"/>
                  </a:ext>
                </a:extLst>
              </p14:cNvPr>
              <p14:cNvContentPartPr/>
              <p14:nvPr/>
            </p14:nvContentPartPr>
            <p14:xfrm>
              <a:off x="5564520" y="2473200"/>
              <a:ext cx="9965520" cy="5357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BFF10FB-9575-C039-D284-290DCF3B38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5160" y="2463840"/>
                <a:ext cx="9984240" cy="537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WHY THIS OPTIMIZATION · FOLLOW-UP TO AUG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Common-start is correct—but recomputes longer prefix hits</a:t>
            </a:r>
          </a:p>
        </p:txBody>
      </p:sp>
      <p:pic>
        <p:nvPicPr>
          <p:cNvPr id="4" name="figure" descr="last_week_ragged_exec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970" y="2484882"/>
            <a:ext cx="11370059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Lane A can reuse 768 tokens while Lane B can reuse only 256. The current batch starts both at 256, so Lane A re-executes 512 already-known token positions.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C56507-EDA8-41B7-E2A9-5C12B3B6F0E7}"/>
                  </a:ext>
                </a:extLst>
              </p14:cNvPr>
              <p14:cNvContentPartPr/>
              <p14:nvPr/>
            </p14:nvContentPartPr>
            <p14:xfrm>
              <a:off x="2638080" y="2656800"/>
              <a:ext cx="13424040" cy="439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C56507-EDA8-41B7-E2A9-5C12B3B6F0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8720" y="2647440"/>
                <a:ext cx="13442760" cy="441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BENCHMARK-ONLY C1-M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We skipped lane-sliced compute; the fixed batch floor stayed</a:t>
            </a:r>
          </a:p>
        </p:txBody>
      </p:sp>
      <p:pic>
        <p:nvPicPr>
          <p:cNvPr id="4" name="figure" descr="decode_step_c1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208" y="2484881"/>
            <a:ext cx="9371584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Green is predicated while step &lt; Rᵢ − min(R); yellow still executes for the inactive lane; grey remains full-bsz communication or whole-buffer work.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632E46-643B-E8FC-FF7F-2361EED5A5F6}"/>
                  </a:ext>
                </a:extLst>
              </p14:cNvPr>
              <p14:cNvContentPartPr/>
              <p14:nvPr/>
            </p14:nvContentPartPr>
            <p14:xfrm>
              <a:off x="5668920" y="2590920"/>
              <a:ext cx="12263760" cy="1067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632E46-643B-E8FC-FF7F-2361EED5A5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9560" y="2581560"/>
                <a:ext cx="12282480" cy="108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REAL CS-3 RESULT · 20/20 ACCEPTED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37.49% less lane-step work produced no critical-path speedup</a:t>
            </a:r>
          </a:p>
        </p:txBody>
      </p:sp>
      <p:pic>
        <p:nvPicPr>
          <p:cNvPr id="4" name="figure" descr="c1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115" y="2484882"/>
            <a:ext cx="9323769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i="0" u="none">
                <a:solidFill>
                  <a:srgbClr val="A1A1AA"/>
                </a:solidFill>
                <a:latin typeface="Arial"/>
              </a:rPr>
              <a:t>Full Qwen3-1.7B, bsz=2, S/N/F/G=256/1024/769/255, five repetitions per case, raw TSC cycles. At K=768, mean speedup is −0.0297%.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8404EC-AD45-40DF-BC3B-6B0794528A75}"/>
                  </a:ext>
                </a:extLst>
              </p14:cNvPr>
              <p14:cNvContentPartPr/>
              <p14:nvPr/>
            </p14:nvContentPartPr>
            <p14:xfrm>
              <a:off x="8935200" y="2458440"/>
              <a:ext cx="126360" cy="446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8404EC-AD45-40DF-BC3B-6B0794528A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25840" y="2449080"/>
                <a:ext cx="145080" cy="46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u="none" spc="150">
                <a:solidFill>
                  <a:srgbClr val="A1A1AA"/>
                </a:solidFill>
                <a:latin typeface="Arial"/>
              </a:rPr>
              <a:t>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i="0" u="none">
                <a:solidFill>
                  <a:srgbClr val="18181B"/>
                </a:solidFill>
                <a:latin typeface="Arial"/>
              </a:rPr>
              <a:t>Pin the fixed floor—or move to independent lane progress</a:t>
            </a:r>
          </a:p>
        </p:txBody>
      </p:sp>
      <p:sp>
        <p:nvSpPr>
          <p:cNvPr id="4" name="card"/>
          <p:cNvSpPr/>
          <p:nvPr/>
        </p:nvSpPr>
        <p:spPr>
          <a:xfrm>
            <a:off x="987552" y="2484882"/>
            <a:ext cx="7424927" cy="4636007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"/>
          <p:cNvSpPr/>
          <p:nvPr/>
        </p:nvSpPr>
        <p:spPr>
          <a:xfrm>
            <a:off x="987552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0744" y="2768346"/>
            <a:ext cx="6638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i="0" u="none">
                <a:solidFill>
                  <a:srgbClr val="18181B"/>
                </a:solidFill>
                <a:latin typeface="Arial"/>
              </a:rPr>
              <a:t>A · Profile the C1 fixed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3911346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3911346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Time or ablate collectives, whole-buffer ops and transport by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493547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4935474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Identify the single largest remaining critical-path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5959602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5959602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Broaden masking only if that removable term can change the &lt;0.1% result</a:t>
            </a:r>
          </a:p>
        </p:txBody>
      </p:sp>
      <p:sp>
        <p:nvSpPr>
          <p:cNvPr id="13" name="card"/>
          <p:cNvSpPr/>
          <p:nvPr/>
        </p:nvSpPr>
        <p:spPr>
          <a:xfrm>
            <a:off x="8796528" y="2484882"/>
            <a:ext cx="7424927" cy="4636007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"/>
          <p:cNvSpPr/>
          <p:nvPr/>
        </p:nvSpPr>
        <p:spPr>
          <a:xfrm>
            <a:off x="8796528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2768346"/>
            <a:ext cx="6638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i="0" u="none">
                <a:solidFill>
                  <a:srgbClr val="18181B"/>
                </a:solidFill>
                <a:latin typeface="Arial"/>
              </a:rPr>
              <a:t>B · Design C2 / continuous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911346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911346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Independent per-lane start, cursor and completion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493547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935474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Price added SRAM, protocol, admission and scheduler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5959602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959602"/>
            <a:ext cx="6099047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 u="none">
                <a:solidFill>
                  <a:srgbClr val="18181B"/>
                </a:solidFill>
                <a:latin typeface="Arial"/>
              </a:rPr>
              <a:t>Only credit gains that survive a serving-like schedule replay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8FC18F2-F8D3-FF0A-08AF-8F67C8CD8DD1}"/>
                  </a:ext>
                </a:extLst>
              </p14:cNvPr>
              <p14:cNvContentPartPr/>
              <p14:nvPr/>
            </p14:nvContentPartPr>
            <p14:xfrm>
              <a:off x="6936840" y="1944000"/>
              <a:ext cx="11351160" cy="6964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8FC18F2-F8D3-FF0A-08AF-8F67C8CD8D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7480" y="1934640"/>
                <a:ext cx="11369880" cy="698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3247</Words>
  <Application>Microsoft Macintosh PowerPoint</Application>
  <PresentationFormat>Custom</PresentationFormat>
  <Paragraphs>189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6</cp:revision>
  <dcterms:created xsi:type="dcterms:W3CDTF">2026-07-20T11:59:30Z</dcterms:created>
  <dcterms:modified xsi:type="dcterms:W3CDTF">2026-08-24T09:21:38Z</dcterms:modified>
</cp:coreProperties>
</file>