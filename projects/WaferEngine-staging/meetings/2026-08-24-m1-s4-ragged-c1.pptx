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079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directly follows last week's ragged-execution limitation slide. Current common-start assignment is numerically correct; the open question was whether suppressing redundant lane work would shorten the lockstep batch critical path, or only reduce operation count and improve fairness/energy. Source figure: 2026-08-11 weekly collaborator deck, slide 7.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Exact implemented skip surface: vecmat_computation_f32 avoids Q/K/V/O/up/gate/down GEMV maps; score_matvec_mult skips Q·K cache traversal; output_matvec_mult skips P·V cache aggregation; process_kv preserves resident KV. c1_zero_inactive_x establishes deterministic dummy state and is not saved work. RMSNorm, QK norm, RoPE, softmax, SiLU/SwiGLU, residuals, whole-buffer zero/cast, every collective, route reconfiguration, X/Z transport and head/tail remain active at fixed extent. One global token position remains; this is C1, not C2 independent progress.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Construction-matched manual K0 is the only baseline used here. Mean speedups for K=256/512/768 are -0.0328%, -0.0924%, and -0.0297%; the response is non-monotonic and no break-even appears. A descriptive K=768 Welch sensitivity has an approximate +0.106% speedup upper edge, but serial case blocks make it non-universal. The automatic Experiment-A K0 is 12.2363% faster than this manual construction and must not be mixed into the ratio. Decision boundary: NO-GO for C1-M as a throughput mechanism at this point; operation reduction is real, end-to-end throughput/fairness/energy remain separate or unknown.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recommendation is implied yet. Option A is one bounded profiling gate to explain the fixed floor. Option B targets the final mechanism in which a long-hit request can advance without waiting for another lane's missing prefix, but crosses into C2 and O1 continuous-batching scope. The realistic workload projection remains necessary before either path receives a serving-level gain.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WHY THIS OPTIMIZATION · FOLLOW-UP TO AUG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Common-start is correct—but recomputes longer prefix hits</a:t>
            </a:r>
          </a:p>
        </p:txBody>
      </p:sp>
      <p:pic>
        <p:nvPicPr>
          <p:cNvPr id="4" name="figure" descr="last_week_ragged_exec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8970" y="2484882"/>
            <a:ext cx="11370059" cy="494461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7703820"/>
            <a:ext cx="16312896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Lane A can reuse 768 tokens while Lane B can reuse only 256. The current batch starts both at 256, so Lane A re-executes 512 already-known token positions.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BENCHMARK-ONLY C1-M 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We skipped lane-sliced compute; the fixed batch floor stayed</a:t>
            </a:r>
          </a:p>
        </p:txBody>
      </p:sp>
      <p:pic>
        <p:nvPicPr>
          <p:cNvPr id="4" name="figure" descr="decode_step_c1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8208" y="2484881"/>
            <a:ext cx="9371584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Green is predicated while step &lt; Rᵢ − min(R); yellow still executes for the inactive lane; grey remains full-bsz communication or whole-buffer work.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REAL CS-3 RESULT · 20/20 ACCEPTED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37.49% less lane-step work produced no critical-path speedup</a:t>
            </a:r>
          </a:p>
        </p:txBody>
      </p:sp>
      <p:pic>
        <p:nvPicPr>
          <p:cNvPr id="4" name="figure" descr="c1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115" y="2484882"/>
            <a:ext cx="9323769" cy="52715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8030718"/>
            <a:ext cx="16312896" cy="32689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950" b="0" u="none" i="0">
                <a:solidFill>
                  <a:srgbClr val="A1A1AA"/>
                </a:solidFill>
                <a:latin typeface="Arial"/>
              </a:rPr>
              <a:t>Full Qwen3-1.7B, bsz=2, S/N/F/G=256/1024/769/255, five repetitions per case, raw TSC cycles. At K=768, mean speedup is −0.0297%.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87552" y="914400"/>
            <a:ext cx="16312896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u="none" i="0" spc="150">
                <a:solidFill>
                  <a:srgbClr val="A1A1AA"/>
                </a:solidFill>
                <a:latin typeface="Arial"/>
              </a:rPr>
              <a:t>NEXT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" y="1371600"/>
            <a:ext cx="16312896" cy="6743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4500" b="0" u="none" i="0">
                <a:solidFill>
                  <a:srgbClr val="18181B"/>
                </a:solidFill>
                <a:latin typeface="Arial"/>
              </a:rPr>
              <a:t>Pin the fixed floor—or move to independent lane progress</a:t>
            </a:r>
          </a:p>
        </p:txBody>
      </p:sp>
      <p:sp>
        <p:nvSpPr>
          <p:cNvPr id="4" name="card"/>
          <p:cNvSpPr/>
          <p:nvPr/>
        </p:nvSpPr>
        <p:spPr>
          <a:xfrm>
            <a:off x="987552" y="2484882"/>
            <a:ext cx="7424927" cy="4636007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card"/>
          <p:cNvSpPr/>
          <p:nvPr/>
        </p:nvSpPr>
        <p:spPr>
          <a:xfrm>
            <a:off x="987552" y="2484882"/>
            <a:ext cx="7424927" cy="106984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80744" y="2768346"/>
            <a:ext cx="6638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 u="none" i="0">
                <a:solidFill>
                  <a:srgbClr val="18181B"/>
                </a:solidFill>
                <a:latin typeface="Arial"/>
              </a:rPr>
              <a:t>A · Profile the C1 fixed floor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80744" y="3911346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3664" y="3911346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Time or ablate collectives, whole-buffer ops and transport by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0744" y="4935474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83664" y="4935474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Identify the single largest remaining critical-path item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0744" y="5959602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83664" y="5959602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Broaden masking only if that removable term can change the &lt;0.1% result</a:t>
            </a:r>
          </a:p>
        </p:txBody>
      </p:sp>
      <p:sp>
        <p:nvSpPr>
          <p:cNvPr id="13" name="card"/>
          <p:cNvSpPr/>
          <p:nvPr/>
        </p:nvSpPr>
        <p:spPr>
          <a:xfrm>
            <a:off x="8796528" y="2484882"/>
            <a:ext cx="7424927" cy="4636007"/>
          </a:xfrm>
          <a:prstGeom prst="roundRect">
            <a:avLst>
              <a:gd name="adj" fmla="val 6195"/>
            </a:avLst>
          </a:prstGeom>
          <a:solidFill>
            <a:srgbClr val="FFFFFF"/>
          </a:solidFill>
          <a:ln w="12700">
            <a:solidFill>
              <a:srgbClr val="E4E4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"/>
          <p:cNvSpPr/>
          <p:nvPr/>
        </p:nvSpPr>
        <p:spPr>
          <a:xfrm>
            <a:off x="8796528" y="2484882"/>
            <a:ext cx="7424927" cy="1069848"/>
          </a:xfrm>
          <a:prstGeom prst="roundRect">
            <a:avLst>
              <a:gd name="adj" fmla="val 6195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9719" y="2768346"/>
            <a:ext cx="6638543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3000" b="1" u="none" i="0">
                <a:solidFill>
                  <a:srgbClr val="18181B"/>
                </a:solidFill>
                <a:latin typeface="Arial"/>
              </a:rPr>
              <a:t>B · Design C2 / continuous batching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19" y="3911346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911346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Independent per-lane start, cursor and completion state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4935474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4935474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Price added SRAM, protocol, admission and scheduler complexity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9719" y="5959602"/>
            <a:ext cx="45720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A1A1AA"/>
                </a:solidFill>
                <a:latin typeface="Arial"/>
              </a:rPr>
              <a:t>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5959602"/>
            <a:ext cx="609904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2400" b="0" u="none" i="0">
                <a:solidFill>
                  <a:srgbClr val="18181B"/>
                </a:solidFill>
                <a:latin typeface="Arial"/>
              </a:rPr>
              <a:t>Only credit gains that survive a serving-like schedule replay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Microsoft Macintosh PowerPoint</Application>
  <PresentationFormat>Custom</PresentationFormat>
  <Paragraphs>166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 Xu</cp:lastModifiedBy>
  <cp:revision>2</cp:revision>
  <dcterms:created xsi:type="dcterms:W3CDTF">2026-07-20T11:59:30Z</dcterms:created>
  <dcterms:modified xsi:type="dcterms:W3CDTF">2026-07-20T11:59:59Z</dcterms:modified>
</cp:coreProperties>
</file>