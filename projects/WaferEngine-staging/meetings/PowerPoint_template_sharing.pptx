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5641" y="3886200"/>
            <a:ext cx="1716083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47"/>
              </a:lnSpc>
              <a:buNone/>
            </a:pPr>
            <a:r>
              <a:rPr lang="en-US" sz="10500" spc="-158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371600" y="5524500"/>
            <a:ext cx="9723526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31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description or subtitle goes here — replace it with your own.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371600" y="9250710"/>
            <a:ext cx="1866632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39988" y="9250710"/>
            <a:ext cx="1333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68588" y="9250710"/>
            <a:ext cx="151007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600" y="3467100"/>
            <a:ext cx="9906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4953000"/>
            <a:ext cx="9906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194870"/>
            <a:ext cx="37341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83160" y="4074765"/>
            <a:ext cx="2533427" cy="3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section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371600" y="6438900"/>
            <a:ext cx="9906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5680770"/>
            <a:ext cx="37341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83160" y="5560665"/>
            <a:ext cx="3111654" cy="3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section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1371600" y="7924800"/>
            <a:ext cx="9906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7166670"/>
            <a:ext cx="37341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83160" y="7046565"/>
            <a:ext cx="2725787" cy="3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section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1371600" y="9410700"/>
            <a:ext cx="9906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8652570"/>
            <a:ext cx="37341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83160" y="8532465"/>
            <a:ext cx="2988543" cy="3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31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section</a:t>
            </a:r>
            <a:endParaRPr lang="en-US" sz="31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20191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45" y="3440906"/>
            <a:ext cx="2992472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35"/>
              </a:lnSpc>
              <a:buNone/>
            </a:pPr>
            <a:r>
              <a:rPr lang="en-US" sz="22500" spc="-337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39" y="6507956"/>
            <a:ext cx="3687098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5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131570" y="3722340"/>
            <a:ext cx="11746230" cy="3249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supporting point — one line of placeholder copy.</a:t>
            </a:r>
            <a:endParaRPr lang="en-US" sz="2700" dirty="0"/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supporting point — replace with your own content.</a:t>
            </a:r>
            <a:endParaRPr lang="en-US" sz="2700" dirty="0"/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supporting point — keep each to a single idea.</a:t>
            </a:r>
            <a:endParaRPr lang="en-US" sz="2700" dirty="0"/>
          </a:p>
          <a:p>
            <a:pPr algn="l" indent="0" marL="0">
              <a:lnSpc>
                <a:spcPct val="123810"/>
              </a:lnSpc>
              <a:buNone/>
            </a:pPr>
            <a:r>
              <a:rPr lang="en-US" sz="27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supporting point — three to five reads best.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20191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heading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762375"/>
            <a:ext cx="7495413" cy="1724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dolor sit amet, consectetur adipiscing elit, sed do eiusmod tempor incididunt ut labore et dolore magna aliqua — justified at a comfortable measure.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39300" y="3181350"/>
            <a:ext cx="80048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heading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639300" y="3762375"/>
            <a:ext cx="7495413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 enim ad minim veniam, quis nostrud exercitation ullamco laboris nisi ut aliquip ex ea commodo consequat, parted from its neighbour by a single hairline.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20191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columns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3181350"/>
            <a:ext cx="49732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762375"/>
            <a:ext cx="4656734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columns tighten the measure, so keep each block brief — a few short sentences at most.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883301" y="3181350"/>
            <a:ext cx="49733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83301" y="3762375"/>
            <a:ext cx="4656887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set tabular where they stand as figures, so a column of values reads straight down.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395150" y="3181350"/>
            <a:ext cx="497321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395150" y="3762375"/>
            <a:ext cx="4656734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paragraphs and open feet keep the page composed — the spacing scale is airy by design.</a:t>
            </a:r>
            <a:endParaRPr lang="en-US" sz="2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20191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4031456"/>
            <a:ext cx="673899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with copy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4883944"/>
            <a:ext cx="6278880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photograph sits matted as a plate beside a short block of copy — use this to pair a single image with a supporting point.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8382000" y="1485900"/>
            <a:ext cx="8534400" cy="7429500"/>
          </a:xfrm>
          <a:prstGeom prst="rect">
            <a:avLst/>
          </a:prstGeom>
          <a:ln w="133350">
            <a:solidFill>
              <a:srgbClr val="EAE9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15350" y="1619250"/>
            <a:ext cx="8267700" cy="71628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0408" b="20408"/>
          <a:stretch/>
        </p:blipFill>
        <p:spPr>
          <a:xfrm>
            <a:off x="8515350" y="1619250"/>
            <a:ext cx="8267700" cy="71628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746010"/>
            <a:ext cx="220191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0787" b="30787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3F2F2">
                  <a:alpha val="98000"/>
                </a:srgbClr>
              </a:gs>
              <a:gs pos="30000">
                <a:srgbClr val="F2F2F2">
                  <a:alpha val="88000"/>
                </a:srgbClr>
              </a:gs>
              <a:gs pos="52000">
                <a:srgbClr val="F4F2F2">
                  <a:alpha val="45000"/>
                </a:srgbClr>
              </a:gs>
              <a:gs pos="70000">
                <a:srgbClr val="F4F2F2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1341239" y="74723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image</a:t>
            </a:r>
            <a:endParaRPr lang="en-US" sz="5700" dirty="0"/>
          </a:p>
        </p:txBody>
      </p:sp>
      <p:sp>
        <p:nvSpPr>
          <p:cNvPr id="6" name="Text 3"/>
          <p:cNvSpPr/>
          <p:nvPr/>
        </p:nvSpPr>
        <p:spPr>
          <a:xfrm>
            <a:off x="1371600" y="8715375"/>
            <a:ext cx="9504164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photograph edge to edge, with the title reading out of a scrim at the foot — use it to open a section or set a mood.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830461"/>
            <a:ext cx="2276728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STATEMENT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3839" y="2886075"/>
            <a:ext cx="17558817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25500" spc="-510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5500" dirty="0"/>
          </a:p>
        </p:txBody>
      </p:sp>
      <p:sp>
        <p:nvSpPr>
          <p:cNvPr id="4" name="Text 2"/>
          <p:cNvSpPr/>
          <p:nvPr/>
        </p:nvSpPr>
        <p:spPr>
          <a:xfrm>
            <a:off x="1371600" y="6524625"/>
            <a:ext cx="8042056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large figure or statement with a line of context beneath it — use this to land a single number.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201912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830461"/>
            <a:ext cx="986284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0" y="3617119"/>
            <a:ext cx="9265793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4950" spc="-25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short, well-chosen quotation carries more weight than a slide full of bullets.”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371600" y="6341269"/>
            <a:ext cx="170992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Attribution, title or source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350443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1645" y="3440906"/>
            <a:ext cx="2992472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35"/>
              </a:lnSpc>
              <a:buNone/>
            </a:pPr>
            <a:r>
              <a:rPr lang="en-US" sz="22500" spc="-337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1341239" y="6507956"/>
            <a:ext cx="3687098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5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table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600" y="44431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3875763"/>
            <a:ext cx="2893894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440138" y="44431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706838" y="3875763"/>
            <a:ext cx="2625048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06593" y="44431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3293" y="3875763"/>
            <a:ext cx="1705124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668917" y="44431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35617" y="3875763"/>
            <a:ext cx="2103699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229207" y="44431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495907" y="3875763"/>
            <a:ext cx="3854735" cy="19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20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54337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8431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item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440138" y="54337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06838" y="48431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7506593" y="54337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3293" y="48431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1,240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668917" y="54337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935617" y="48431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229207" y="54337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495907" y="48431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note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371600" y="64243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8337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item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4440138" y="64243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06838" y="58337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7506593" y="64243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73293" y="58337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980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668917" y="64243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935617" y="58337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−4%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2229207" y="64243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2495907" y="58337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note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371600" y="74149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68243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item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4440138" y="74149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06838" y="68243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7506593" y="74149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73293" y="68243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1,610</a:t>
            </a:r>
            <a:endParaRPr lang="en-US" sz="2250" dirty="0"/>
          </a:p>
        </p:txBody>
      </p:sp>
      <p:sp>
        <p:nvSpPr>
          <p:cNvPr id="39" name="Shape 37"/>
          <p:cNvSpPr/>
          <p:nvPr/>
        </p:nvSpPr>
        <p:spPr>
          <a:xfrm>
            <a:off x="9668917" y="74149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935617" y="68243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2250" dirty="0"/>
          </a:p>
        </p:txBody>
      </p:sp>
      <p:sp>
        <p:nvSpPr>
          <p:cNvPr id="41" name="Shape 39"/>
          <p:cNvSpPr/>
          <p:nvPr/>
        </p:nvSpPr>
        <p:spPr>
          <a:xfrm>
            <a:off x="12229207" y="74149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2495907" y="68243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note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371600" y="8405515"/>
            <a:ext cx="306853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371600" y="7814965"/>
            <a:ext cx="2893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item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4440138" y="8405515"/>
            <a:ext cx="306645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06838" y="7814965"/>
            <a:ext cx="26250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7506593" y="8405515"/>
            <a:ext cx="2162324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773293" y="7814965"/>
            <a:ext cx="170512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745</a:t>
            </a:r>
            <a:endParaRPr lang="en-US" sz="2250" dirty="0"/>
          </a:p>
        </p:txBody>
      </p:sp>
      <p:sp>
        <p:nvSpPr>
          <p:cNvPr id="49" name="Shape 47"/>
          <p:cNvSpPr/>
          <p:nvPr/>
        </p:nvSpPr>
        <p:spPr>
          <a:xfrm>
            <a:off x="9668917" y="8405515"/>
            <a:ext cx="256029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935617" y="7814965"/>
            <a:ext cx="210369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2250" dirty="0"/>
          </a:p>
        </p:txBody>
      </p:sp>
      <p:sp>
        <p:nvSpPr>
          <p:cNvPr id="51" name="Shape 49"/>
          <p:cNvSpPr/>
          <p:nvPr/>
        </p:nvSpPr>
        <p:spPr>
          <a:xfrm>
            <a:off x="12229207" y="8405515"/>
            <a:ext cx="400139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2495907" y="7814965"/>
            <a:ext cx="38547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note</a:t>
            </a:r>
            <a:endParaRPr lang="en-US" sz="225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350443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</a:t>
            </a:r>
            <a:endParaRPr lang="en-US" sz="5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2971800"/>
            <a:ext cx="15544800" cy="4457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8246715"/>
            <a:ext cx="14210109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9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— one series in stroked bars on a quiet tint, with a single highlighted value in gold.</a:t>
            </a:r>
            <a:endParaRPr lang="en-US" sz="1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746010"/>
            <a:ext cx="2350443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3101831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</a:t>
            </a:r>
            <a:endParaRPr lang="en-US" sz="5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88876" y="1876425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12776" y="1821210"/>
            <a:ext cx="926009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43584" y="1876425"/>
            <a:ext cx="5715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067484" y="1821210"/>
            <a:ext cx="925116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B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0" y="2971800"/>
            <a:ext cx="15544800" cy="4457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1600" y="8246715"/>
            <a:ext cx="13305830" cy="706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9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 — a mono palette separates series by treatment, not hue: gold for the lead, ink and dashes for the second.</a:t>
            </a:r>
            <a:endParaRPr lang="en-US" sz="1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9746010"/>
            <a:ext cx="2350443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371600" y="3181350"/>
            <a:ext cx="80467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 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3762375"/>
            <a:ext cx="80467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line describing this cell.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01200" y="3181350"/>
            <a:ext cx="80467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 two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601200" y="3762375"/>
            <a:ext cx="80467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line describing this cell.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6153150"/>
            <a:ext cx="80467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 three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6734175"/>
            <a:ext cx="80467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line describing this cell.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0" y="6153150"/>
            <a:ext cx="80467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45"/>
              </a:lnSpc>
              <a:buNone/>
            </a:pPr>
            <a:r>
              <a:rPr lang="en-US" sz="3600" spc="-54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 four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601200" y="6734175"/>
            <a:ext cx="80467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line describing this cell.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71600" y="8259961"/>
            <a:ext cx="1069032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lower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809268" y="8259961"/>
            <a:ext cx="1183332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→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746010"/>
            <a:ext cx="2350443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5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2971800"/>
            <a:ext cx="15544800" cy="2476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6265515"/>
            <a:ext cx="14210109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7742"/>
              </a:lnSpc>
              <a:buNone/>
            </a:pPr>
            <a:r>
              <a:rPr lang="en-US" sz="19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milestone keeps one left edge, with the current step the one filled node.</a:t>
            </a:r>
            <a:endParaRPr lang="en-US" sz="1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746010"/>
            <a:ext cx="2350443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1239" y="1528763"/>
            <a:ext cx="17132677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5700" spc="-57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371600" y="2971800"/>
            <a:ext cx="2095500" cy="2095500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5844" b="15844"/>
          <a:stretch/>
        </p:blipFill>
        <p:spPr>
          <a:xfrm>
            <a:off x="1371600" y="2971800"/>
            <a:ext cx="2095500" cy="20955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300663"/>
            <a:ext cx="49732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371600" y="5897761"/>
            <a:ext cx="497321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OR TITLE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6353026"/>
            <a:ext cx="4656734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lines of placeholder bio — replace with a short description.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6883301" y="2971800"/>
            <a:ext cx="2095500" cy="2095500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5844" b="15844"/>
          <a:stretch/>
        </p:blipFill>
        <p:spPr>
          <a:xfrm>
            <a:off x="6883301" y="2971800"/>
            <a:ext cx="2095500" cy="209550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83301" y="5300663"/>
            <a:ext cx="49733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883301" y="5897761"/>
            <a:ext cx="4973375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OR TITLE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883301" y="6353026"/>
            <a:ext cx="4656887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lines of placeholder bio — replace with a short description.</a:t>
            </a:r>
            <a:endParaRPr lang="en-US" sz="2250" dirty="0"/>
          </a:p>
        </p:txBody>
      </p:sp>
      <p:sp>
        <p:nvSpPr>
          <p:cNvPr id="13" name="Shape 9"/>
          <p:cNvSpPr/>
          <p:nvPr/>
        </p:nvSpPr>
        <p:spPr>
          <a:xfrm>
            <a:off x="12395150" y="2971800"/>
            <a:ext cx="2095500" cy="2095500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15844" b="15844"/>
          <a:stretch/>
        </p:blipFill>
        <p:spPr>
          <a:xfrm>
            <a:off x="12395150" y="2971800"/>
            <a:ext cx="2095500" cy="2095500"/>
          </a:xfrm>
          <a:prstGeom prst="ellipse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95150" y="5300663"/>
            <a:ext cx="49732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3300" dirty="0"/>
          </a:p>
        </p:txBody>
      </p:sp>
      <p:sp>
        <p:nvSpPr>
          <p:cNvPr id="16" name="Text 11"/>
          <p:cNvSpPr/>
          <p:nvPr/>
        </p:nvSpPr>
        <p:spPr>
          <a:xfrm>
            <a:off x="12395150" y="5897761"/>
            <a:ext cx="497321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B6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OR TITLE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2395150" y="6353026"/>
            <a:ext cx="4656734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2941"/>
              </a:lnSpc>
              <a:buNone/>
            </a:pPr>
            <a:r>
              <a:rPr lang="en-US" sz="22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lines of placeholder bio — replace with a short description.</a:t>
            </a:r>
            <a:endParaRPr lang="en-US" sz="2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9746010"/>
            <a:ext cx="2350443" cy="1599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5641" y="3886200"/>
            <a:ext cx="1716083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247"/>
              </a:lnSpc>
              <a:buNone/>
            </a:pPr>
            <a:r>
              <a:rPr lang="en-US" sz="10500" spc="-158" kern="0" dirty="0">
                <a:solidFill>
                  <a:srgbClr val="20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1371600" y="5524500"/>
            <a:ext cx="9723526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315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closing line, a call to action, or your contact details go here.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1371600" y="9250710"/>
            <a:ext cx="2407533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F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name@example.com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2026-07-20T06:59:57Z</dcterms:created>
  <dcterms:modified xsi:type="dcterms:W3CDTF">2026-07-20T06:59:57Z</dcterms:modified>
</cp:coreProperties>
</file>