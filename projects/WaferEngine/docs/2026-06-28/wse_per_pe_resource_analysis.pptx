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54864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F3A5F"/>
                </a:solidFill>
              </a:defRPr>
            </a:pPr>
            <a:r>
              <a:t>Serving an LLM on a Wafer: a per-PE resource X-ray</a:t>
            </a:r>
          </a:p>
          <a:p>
            <a:pPr>
              <a:defRPr sz="2000">
                <a:solidFill>
                  <a:srgbClr val="555555"/>
                </a:solidFill>
              </a:defRPr>
            </a:pPr>
            <a:r>
              <a:t>qwen3-1.7B on a real Cerebras WSE-3 (CS-3)  ·  memory &amp; fabric-color analysis  ·  2026-06-28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Why this is hard: no shared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A GPU has one big shared memory (HBM). A Cerebras wafer is ~900,000 tiny cores (PEs), each with its own tiny 48 KB of memory — nothing shared.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To run an LLM you must REPLICATE the program on every core and SPLIT the weights across them.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So each core has very little room left for the KV cache (the running context) — which caps the sequence length.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Two scarce per-core resources: (1) 48 KB SRAM, and (2) 24 'colors' — the fabric communication channels.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Question: what does ONE core actually hold and use? We built a tool to find out, and ran it on real silicon.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Method: X-ray every PE on real 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Compile each kernel (decode &amp; prefill) on a real CS-3, for the full 762x1172 fabric.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Read each PE's memory map (cs-readelf) + the compiled binaries, and classify every byte: code / weights / KV cache / activations / system / free.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Covered all ~329,000 placed PEs — but the result is really PER-ROLE (every PE of the same role is identical), so it's a fast static analysis.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Also analyzed fabric-COLOR usage per microstep from the kernel source.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Tool: tools/pe_mem_breakdown/  (28 tests, reconciles to the byte).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Finding 1: code eats half of every core</a:t>
            </a:r>
          </a:p>
        </p:txBody>
      </p:sp>
      <p:pic>
        <p:nvPicPr>
          <p:cNvPr id="4" name="Picture 3" descr="decode_stac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6531429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097280"/>
            <a:ext cx="35661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Each compute PE: ~22 KB CODE + ~11 KB weights.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CODE = the full transformer-layer program, copied onto every one of ~65,000 compute cores.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KV cache is tiny (&lt;0.3 KB) — it gets only the leftover ~11 KB.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ht_head/ht_tail cores are weight-bound (embedding / output table).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Where the blocks live on the wafer</a:t>
            </a:r>
          </a:p>
        </p:txBody>
      </p:sp>
      <p:pic>
        <p:nvPicPr>
          <p:cNvPr id="4" name="Picture 3" descr="decode_placement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6129016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097280"/>
            <a:ext cx="35661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The kernel is laid out as functional blocks on the 2-D grid.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Big area = the 2x2 compute blocks (the transformer layers).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Thin left band = embedding (ht_head) + output/sampling (ht_tail).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We can map any metric (code, weights, KV, free...) to its (x,y) coordinate as a heatmap.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Finding 1 — what it 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4864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The 'disaggregated-memory tax': you pay for the whole program ~65,000 times, before a single weight or KV byte.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Cores of the same role are memory-IDENTICAL on silicon (verified over all 329K PEs) — no surprises, no per-core variation.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Busy cores run ~77-82% full. KV is the squeezed residual.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Consequence: max sequence length is limited by CODE + WEIGHTS, not by a 'KV cache size' choice. To go longer you must shrink code/weights.</a:t>
            </a:r>
          </a:p>
        </p:txBody>
      </p:sp>
      <p:pic>
        <p:nvPicPr>
          <p:cNvPr id="5" name="Picture 4" descr="decode_heatmaps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143000"/>
            <a:ext cx="5760720" cy="27551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0" y="617220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>
                <a:solidFill>
                  <a:srgbClr val="555555"/>
                </a:solidFill>
              </a:defRPr>
            </a:pPr>
            <a:r>
              <a:t>Per-PE memory by fabric coordinate (8 fields)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Finding 2: max context = 22,784 tokens (44x the default)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qwen3-1.7B is light, so the leftover ~11 KB is real headroom for KV.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We swept the sequence length on real hardware (compile + place):</a:t>
            </a:r>
          </a:p>
          <a:p>
            <a:pPr lvl="1">
              <a:spcAft>
                <a:spcPts val="700"/>
              </a:spcAft>
              <a:defRPr sz="1500">
                <a:solidFill>
                  <a:srgbClr val="555555"/>
                </a:solidFill>
              </a:defRPr>
            </a:pPr>
            <a:r>
              <a:t>– PASS up to 22,784 tokens; FAILS (out of memory) at 23,040.</a:t>
            </a:r>
          </a:p>
          <a:p>
            <a:pPr lvl="1">
              <a:spcAft>
                <a:spcPts val="700"/>
              </a:spcAft>
              <a:defRPr sz="1500">
                <a:solidFill>
                  <a:srgbClr val="555555"/>
                </a:solidFill>
              </a:defRPr>
            </a:pPr>
            <a:r>
              <a:t>– That's 44.5x the shipped default of 512.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KV costs ~0.44 bytes/token per core; the ~11 KB free fills until the last ~1 KB (needed for placement) is gone.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Caveat: this is the compile/fit ceiling, for one request (batch size 1).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Finding 3: 'colors' are the other scarce resource</a:t>
            </a:r>
          </a:p>
        </p:txBody>
      </p:sp>
      <p:pic>
        <p:nvPicPr>
          <p:cNvPr id="4" name="Picture 3" descr="decode_color_us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6280045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097280"/>
            <a:ext cx="35661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24 fabric 'colors' = communication channels. We mapped which are used in each microstep.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DECODE uses only 8/24 on a compute core...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...because it REUSES 5 channels, repainting their routes 6x per layer (Y / X / band = the reduce direction).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Local steps (RoPE, residuals) use no fabric at all.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decode &lt;-&gt; prefill trade-off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4864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DECODE = color-frugal, reconfiguration-heavy: 8/24 colors; reuses 5 and repaints their routes every step.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PREFILL = color-hungry, reconfiguration-light: 17/24 colors.</a:t>
            </a:r>
          </a:p>
          <a:p>
            <a:pPr lvl="1">
              <a:spcAft>
                <a:spcPts val="700"/>
              </a:spcAft>
              <a:defRPr sz="1500">
                <a:solidFill>
                  <a:srgbClr val="555555"/>
                </a:solidFill>
              </a:defRPr>
            </a:pPr>
            <a:r>
              <a:t>– Its matmuls use a systolic 'MeshGEMM' with 6 dedicated, statically-routed channels (never repainted mid-matmul).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So the two kernels trade the SAME two resources differently: decode spends route-repaint time to save colors; prefill spends colors to save time.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Both fit comfortably — neither is color-bound today.</a:t>
            </a:r>
          </a:p>
        </p:txBody>
      </p:sp>
      <p:pic>
        <p:nvPicPr>
          <p:cNvPr id="5" name="Picture 4" descr="prefill_color_us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143000"/>
            <a:ext cx="5760720" cy="42944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0" y="617220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>
                <a:solidFill>
                  <a:srgbClr val="555555"/>
                </a:solidFill>
              </a:defRPr>
            </a:pPr>
            <a:r>
              <a:t>Prefill: 17/24 colors (MeshGEMM-heavy)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Takeaways &amp; where to find everything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Two scarce per-core resources on the wafer: 48 KB SRAM and 24 colors.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SRAM: code (~half) is the dominant, replicated cost; KV is the residual; max context = 22,784 tokens (measured).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Colors: decode 8/24 (reconfig-heavy), prefill 17/24 (MeshGEMM-heavy); neither is color-bound.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All analysis is per-role static -&gt; cheap and reproducible.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Traceable: branch  lexu/pe-mem-breakdown   (WaferEngine repo).</a:t>
            </a:r>
          </a:p>
          <a:p>
            <a:pPr lvl="1">
              <a:spcAft>
                <a:spcPts val="700"/>
              </a:spcAft>
              <a:defRPr sz="1500">
                <a:solidFill>
                  <a:srgbClr val="555555"/>
                </a:solidFill>
              </a:defRPr>
            </a:pPr>
            <a:r>
              <a:t>– tool + plots: tools/pe_mem_breakdown/   ·   results/{decode,prefill}/</a:t>
            </a:r>
          </a:p>
          <a:p>
            <a:pPr lvl="1">
              <a:spcAft>
                <a:spcPts val="700"/>
              </a:spcAft>
              <a:defRPr sz="1500">
                <a:solidFill>
                  <a:srgbClr val="555555"/>
                </a:solidFill>
              </a:defRPr>
            </a:pPr>
            <a:r>
              <a:t>– key commits: 33ecf27 (heatmaps), 023cf1d (seq-len probe), 0869200 (color map).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