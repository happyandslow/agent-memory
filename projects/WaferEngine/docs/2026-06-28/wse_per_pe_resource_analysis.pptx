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15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5F"/>
                </a:solidFill>
              </a:defRPr>
            </a:pPr>
            <a:r>
              <a:t>Serving an LLM on a Wafer: a per-PE resource X-ray</a:t>
            </a:r>
          </a:p>
          <a:p>
            <a:pPr>
              <a:defRPr sz="2000">
                <a:solidFill>
                  <a:srgbClr val="555555"/>
                </a:solidFill>
              </a:defRPr>
            </a:pPr>
            <a:r>
              <a:t>qwen3-1.7B on a real Cerebras WSE-3 (CS-3)  ·  memory &amp; fabric-color analysis  · 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this is hard: no shared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A GPU has one big shared memory (HBM). A Cerebras wafer is ~900,000 tiny cores (PEs), each with its own tiny 48 KB of memory — nothing shared.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To run an LLM you must REPLICATE the program on every core and SPLIT the weights across them.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So each core has very little room left for the KV cache (the running context) — which caps the sequence length.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Two scarce per-core resources: (1) 48 KB SRAM, and (2) 24 'colors' — the fabric communication channels.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Question: what does ONE core actually hold and use? We built a tool to find out, and ran it on real silicon.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Method: X-ray every PE on real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Compile each kernel (decode &amp; prefill) on a real CS-3, for the full 762x1172 fabric.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Read each PE's memory map (cs-readelf) + the compiled binaries, and classify every byte: code / weights / KV cache / activations / system / free.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Covered all ~329,000 placed PEs — but the result is really PER-ROLE (every PE of the same role is identical), so it's a fast static analysis.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Also analyzed fabric-COLOR usage per microstep from the kernel source.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Tool: tools/pe_mem_breakdown/  (28 tests, reconciles to the byte).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Finding 1: code eats half of every core</a:t>
            </a:r>
          </a:p>
        </p:txBody>
      </p:sp>
      <p:pic>
        <p:nvPicPr>
          <p:cNvPr id="4" name="Picture 3" descr="decode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531429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09728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Each compute PE: ~22 KB CODE + ~11 KB weights.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CODE = the full transformer-layer program, copied onto every one of ~65,000 compute cores.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KV cache is tiny (&lt;0.3 KB) — it gets only the leftover ~11 KB.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ht_head/ht_tail cores are weight-bound (embedding / output table).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Where the blocks live on the wafer</a:t>
            </a:r>
          </a:p>
        </p:txBody>
      </p:sp>
      <p:pic>
        <p:nvPicPr>
          <p:cNvPr id="4" name="Picture 3" descr="decode_placemen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70" y="978408"/>
            <a:ext cx="7900910" cy="58937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09728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The kernel is laid out as functional blocks on the 2-D grid.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Big area = the 2x2 compute blocks (the transformer layers).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Thin left band = embedding (ht_head) + output/sampling (ht_tail).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We can map any metric (code, weights, KV, free...) to its (x,y) coordinate as a heatmap.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402CF8F-4979-2558-0592-4A9BE0065116}"/>
              </a:ext>
            </a:extLst>
          </p:cNvPr>
          <p:cNvSpPr/>
          <p:nvPr/>
        </p:nvSpPr>
        <p:spPr>
          <a:xfrm>
            <a:off x="1259489" y="1075038"/>
            <a:ext cx="6302846" cy="5708821"/>
          </a:xfrm>
          <a:custGeom>
            <a:avLst/>
            <a:gdLst>
              <a:gd name="connsiteX0" fmla="*/ 198608 w 6476060"/>
              <a:gd name="connsiteY0" fmla="*/ 5708821 h 5708821"/>
              <a:gd name="connsiteX1" fmla="*/ 210965 w 6476060"/>
              <a:gd name="connsiteY1" fmla="*/ 4955059 h 5708821"/>
              <a:gd name="connsiteX2" fmla="*/ 2361041 w 6476060"/>
              <a:gd name="connsiteY2" fmla="*/ 4769708 h 5708821"/>
              <a:gd name="connsiteX3" fmla="*/ 5017743 w 6476060"/>
              <a:gd name="connsiteY3" fmla="*/ 4769708 h 5708821"/>
              <a:gd name="connsiteX4" fmla="*/ 6302846 w 6476060"/>
              <a:gd name="connsiteY4" fmla="*/ 4324865 h 5708821"/>
              <a:gd name="connsiteX5" fmla="*/ 6302846 w 6476060"/>
              <a:gd name="connsiteY5" fmla="*/ 1470454 h 5708821"/>
              <a:gd name="connsiteX6" fmla="*/ 4820035 w 6476060"/>
              <a:gd name="connsiteY6" fmla="*/ 951470 h 5708821"/>
              <a:gd name="connsiteX7" fmla="*/ 1916197 w 6476060"/>
              <a:gd name="connsiteY7" fmla="*/ 1000897 h 5708821"/>
              <a:gd name="connsiteX8" fmla="*/ 272749 w 6476060"/>
              <a:gd name="connsiteY8" fmla="*/ 1099751 h 5708821"/>
              <a:gd name="connsiteX9" fmla="*/ 25614 w 6476060"/>
              <a:gd name="connsiteY9" fmla="*/ 0 h 5708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76060" h="5708821">
                <a:moveTo>
                  <a:pt x="198608" y="5708821"/>
                </a:moveTo>
                <a:cubicBezTo>
                  <a:pt x="24584" y="5410199"/>
                  <a:pt x="-149440" y="5111578"/>
                  <a:pt x="210965" y="4955059"/>
                </a:cubicBezTo>
                <a:cubicBezTo>
                  <a:pt x="571370" y="4798540"/>
                  <a:pt x="1559911" y="4800600"/>
                  <a:pt x="2361041" y="4769708"/>
                </a:cubicBezTo>
                <a:cubicBezTo>
                  <a:pt x="3162171" y="4738816"/>
                  <a:pt x="4360776" y="4843848"/>
                  <a:pt x="5017743" y="4769708"/>
                </a:cubicBezTo>
                <a:cubicBezTo>
                  <a:pt x="5674711" y="4695567"/>
                  <a:pt x="6088662" y="4874741"/>
                  <a:pt x="6302846" y="4324865"/>
                </a:cubicBezTo>
                <a:cubicBezTo>
                  <a:pt x="6517030" y="3774989"/>
                  <a:pt x="6549981" y="2032687"/>
                  <a:pt x="6302846" y="1470454"/>
                </a:cubicBezTo>
                <a:cubicBezTo>
                  <a:pt x="6055711" y="908221"/>
                  <a:pt x="5551143" y="1029729"/>
                  <a:pt x="4820035" y="951470"/>
                </a:cubicBezTo>
                <a:cubicBezTo>
                  <a:pt x="4088927" y="873211"/>
                  <a:pt x="2674078" y="976184"/>
                  <a:pt x="1916197" y="1000897"/>
                </a:cubicBezTo>
                <a:cubicBezTo>
                  <a:pt x="1158316" y="1025610"/>
                  <a:pt x="587846" y="1266567"/>
                  <a:pt x="272749" y="1099751"/>
                </a:cubicBezTo>
                <a:cubicBezTo>
                  <a:pt x="-42348" y="932935"/>
                  <a:pt x="-8367" y="466467"/>
                  <a:pt x="25614" y="0"/>
                </a:cubicBezTo>
              </a:path>
            </a:pathLst>
          </a:cu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Finding 2: max context = 22,784 tokens (44x the default)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qwen3-1.7B is light, so the leftover ~11 KB is real headroom for KV.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We swept the sequence length on real hardware (compile + place):</a:t>
            </a:r>
          </a:p>
          <a:p>
            <a:pPr lvl="1"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– PASS up to 22,784 tokens; FAILS (out of memory) at 23,040.</a:t>
            </a:r>
          </a:p>
          <a:p>
            <a:pPr lvl="1"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– That's 44.5x the shipped default of 512.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KV costs ~0.44 bytes/token per core; the ~11 KB free fills until the last ~1 KB (needed for placement) is gone.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Caveat: this is the compile/fit ceiling, for one request (batch size 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Finding 3: 'colors' are the other scarce resource</a:t>
            </a:r>
          </a:p>
        </p:txBody>
      </p:sp>
      <p:pic>
        <p:nvPicPr>
          <p:cNvPr id="4" name="Picture 3" descr="decode_color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6280045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097280"/>
            <a:ext cx="3566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24 fabric 'colors' = communication channels. We mapped which are used in each microstep.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DECODE uses only 8/24 on a compute core...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...because it REUSES 5 channels, repainting their routes 6x per layer (Y / X / band = the reduce direction).</a:t>
            </a:r>
          </a:p>
          <a:p>
            <a:pPr>
              <a:spcAft>
                <a:spcPts val="800"/>
              </a:spcAft>
              <a:defRPr sz="1500">
                <a:solidFill>
                  <a:srgbClr val="222222"/>
                </a:solidFill>
              </a:defRPr>
            </a:pPr>
            <a:r>
              <a:t>• Local steps (RoPE, residuals) use no fabric at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decode &lt;-&gt; prefill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DECODE = color-frugal, reconfiguration-heavy: 8/24 colors; reuses 5 and repaints their routes every step.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PREFILL = color-hungry, reconfiguration-light: 17/24 colors.</a:t>
            </a:r>
          </a:p>
          <a:p>
            <a:pPr lvl="1"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– Its matmuls use a systolic 'MeshGEMM' with 6 dedicated, statically-routed channels (never repainted mid-matmul).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So the two kernels trade the SAME two resources differently: decode spends route-repaint time to save colors; prefill spends colors to save time.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Both fit comfortably — neither is color-bound today.</a:t>
            </a:r>
          </a:p>
        </p:txBody>
      </p:sp>
      <p:pic>
        <p:nvPicPr>
          <p:cNvPr id="5" name="Picture 4" descr="prefill_color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43000"/>
            <a:ext cx="5760720" cy="42944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61722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555555"/>
                </a:solidFill>
              </a:defRPr>
            </a:pPr>
            <a:r>
              <a:t>Prefill: 17/24 colors (MeshGEMM-heavy)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Takeaways &amp; where to find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Two scarce per-core resources on the wafer: 48 KB SRAM and 24 colors.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SRAM: code (~half) is the dominant, replicated cost; KV is the residual; max context = 22,784 tokens (measured).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Colors: decode 8/24 (reconfig-heavy), prefill 17/24 (MeshGEMM-heavy); neither is color-bound.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All analysis is per-role static -&gt; cheap and reproducible.</a:t>
            </a:r>
          </a:p>
          <a:p>
            <a:pPr>
              <a:spcAft>
                <a:spcPts val="700"/>
              </a:spcAft>
              <a:defRPr sz="1800">
                <a:solidFill>
                  <a:srgbClr val="222222"/>
                </a:solidFill>
              </a:defRPr>
            </a:pPr>
            <a:r>
              <a:t>• Traceable: branch  lexu/pe-mem-breakdown   (WaferEngine repo).</a:t>
            </a:r>
          </a:p>
          <a:p>
            <a:pPr lvl="1"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– tool + plots: tools/pe_mem_breakdown/   ·   results/{decode,prefill}/</a:t>
            </a:r>
          </a:p>
          <a:p>
            <a:pPr lvl="1">
              <a:spcAft>
                <a:spcPts val="700"/>
              </a:spcAft>
              <a:defRPr sz="1500">
                <a:solidFill>
                  <a:srgbClr val="555555"/>
                </a:solidFill>
              </a:defRPr>
            </a:pPr>
            <a:r>
              <a:t>– key commits: 33ecf27 (heatmaps), 023cf1d (seq-len probe), 0869200 (color map).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Prefill: memory breakdown + op layout</a:t>
            </a:r>
          </a:p>
        </p:txBody>
      </p:sp>
      <p:pic>
        <p:nvPicPr>
          <p:cNvPr id="4" name="Picture 3" descr="prefill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65" y="1051560"/>
            <a:ext cx="5159829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736592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Per-role SRAM breakdown (48 KB ceiling)</a:t>
            </a:r>
          </a:p>
        </p:txBody>
      </p:sp>
      <p:pic>
        <p:nvPicPr>
          <p:cNvPr id="6" name="Picture 5" descr="prefill_placemen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310" y="1051560"/>
            <a:ext cx="4841923" cy="3611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5352" y="4736592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PE block placement: 2x2 prefill blocks + HT 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66360"/>
            <a:ext cx="11338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</a:defRPr>
            </a:pPr>
            <a:r>
              <a:t>• Same shape as decode: ~23 KB CODE + ~11 KB weights per compute PE — but runs TIGHTER, ~82% full (~8 KB free vs decode's ~11 KB), because prefill carries the causal attention mask + larger MeshGEMM comm buffers.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</a:defRPr>
            </a:pPr>
            <a:r>
              <a:t>• Op layout: ONE prefill region split into 2x2 logical blocks (vs decode's two stacked block-rows); same thin HT band — ht_head embedding (~38 KB, weight-bound) + ht_tail lm_head.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</a:defRPr>
            </a:pPr>
            <a:r>
              <a:t>• Same disaggregated-memory tax: the transformer-layer code is replicated on every compute core; KV is the squeezed residual.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869</Words>
  <Application>Microsoft Macintosh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 Xu</cp:lastModifiedBy>
  <cp:revision>2</cp:revision>
  <dcterms:created xsi:type="dcterms:W3CDTF">2013-01-27T09:14:16Z</dcterms:created>
  <dcterms:modified xsi:type="dcterms:W3CDTF">2026-06-29T07:40:24Z</dcterms:modified>
  <cp:category/>
</cp:coreProperties>
</file>