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800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↔ WSE-3: one speculative-decoding round-trip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idle the whole 3.30 ms; wafer compute only 0.166 ms (5%). Batched d2h receive is the win: 6.2 → 3.30 ms (~1.9×).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5840" y="15544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C0432B"/>
          </a:solidFill>
          <a:ln/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verify
</a:t>
            </a:r>
            <a:r>
              <a:rPr lang="en-US" sz="12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model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331720" y="2267712"/>
            <a:ext cx="0" cy="2944368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2E75B6"/>
          </a:solidFill>
          <a:ln/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frontend
</a:t>
            </a:r>
            <a:r>
              <a:rPr lang="en-US" sz="12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worker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80760" y="2267712"/>
            <a:ext cx="0" cy="2944368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03920" y="1554480"/>
            <a:ext cx="2651760" cy="713232"/>
          </a:xfrm>
          <a:prstGeom prst="roundRect">
            <a:avLst>
              <a:gd name="adj" fmla="val 10256"/>
            </a:avLst>
          </a:prstGeom>
          <a:solidFill>
            <a:srgbClr val="7B4FA0"/>
          </a:solidFill>
          <a:ln/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0" y="1554480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WSE-3 wafer
</a:t>
            </a:r>
            <a:r>
              <a:rPr lang="en-US" sz="125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kernel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829800" y="2267712"/>
            <a:ext cx="0" cy="2944368"/>
          </a:xfrm>
          <a:prstGeom prst="line">
            <a:avLst/>
          </a:prstGeom>
          <a:noFill/>
          <a:ln w="15875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331720" y="2697480"/>
            <a:ext cx="3749040" cy="0"/>
          </a:xfrm>
          <a:prstGeom prst="line">
            <a:avLst/>
          </a:prstGeom>
          <a:noFill/>
          <a:ln w="31750">
            <a:solidFill>
              <a:srgbClr val="C0432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31720" y="2295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DraftAdvanceCommand — commit + next_proposal (k=16)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080760" y="3429000"/>
            <a:ext cx="3749040" cy="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3026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h2d send — run draft command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595360" y="3675888"/>
            <a:ext cx="2468880" cy="566928"/>
          </a:xfrm>
          <a:prstGeom prst="roundRect">
            <a:avLst>
              <a:gd name="adj" fmla="val 12903"/>
            </a:avLst>
          </a:prstGeom>
          <a:solidFill>
            <a:srgbClr val="F2ECF8"/>
          </a:solidFill>
          <a:ln w="15875">
            <a:solidFill>
              <a:srgbClr val="7B4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0" y="36758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kernel emits sampled token(s)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flipH="1">
            <a:off x="6080760" y="4572000"/>
            <a:ext cx="3749040" cy="0"/>
          </a:xfrm>
          <a:prstGeom prst="line">
            <a:avLst/>
          </a:prstGeom>
          <a:noFill/>
          <a:ln w="31750">
            <a:solidFill>
              <a:srgbClr val="7B4FA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80760" y="41696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d2h — 1 receive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 flipH="1">
            <a:off x="2331720" y="5074920"/>
            <a:ext cx="3749040" cy="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31720" y="46725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DraftAdvanceResult — proposal.draft_ids[16]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9436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round-trip timing  ·  p50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4360" y="5577840"/>
            <a:ext cx="8595360" cy="292608"/>
          </a:xfrm>
          <a:prstGeom prst="roundRect">
            <a:avLst>
              <a:gd name="adj" fmla="val 15625"/>
            </a:avLst>
          </a:prstGeom>
          <a:solidFill>
            <a:srgbClr val="C043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6880" y="555955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verify-side (GPU ↔ WSE): 3.30 ms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961888"/>
            <a:ext cx="5028286" cy="292608"/>
          </a:xfrm>
          <a:prstGeom prst="roundRect">
            <a:avLst>
              <a:gd name="adj" fmla="val 15625"/>
            </a:avLst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59806" y="59436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driver-side (frontend ↔ WSE): 1.93 ms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6345936"/>
            <a:ext cx="457200" cy="292608"/>
          </a:xfrm>
          <a:prstGeom prst="roundRect">
            <a:avLst>
              <a:gd name="adj" fmla="val 15625"/>
            </a:avLst>
          </a:prstGeom>
          <a:solidFill>
            <a:srgbClr val="7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88720" y="63276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wafer compute: 0.166 ms (5%)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the gRPC stream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long-lived bidi stream. GPU verify_service = server; WSE draft_service = client.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F3F6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6F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DraftControl </a:t>
            </a:r>
            <a:r>
              <a:rPr lang="en-US" sz="15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5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rpc OpenStream( stream DraftServiceMessage ) returns ( stream VerifyServiceMessage 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94360" y="26060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4360" y="2935224"/>
            <a:ext cx="5257800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68680" y="2852928"/>
            <a:ext cx="164592" cy="164592"/>
          </a:xfrm>
          <a:prstGeom prst="ellipse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43000" y="26060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 → draft   (GPU → WSE)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3566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DraftAdvanceCommand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9319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per-round work — the request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4074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47731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keepalive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260604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2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2935224"/>
            <a:ext cx="5257800" cy="329184"/>
          </a:xfrm>
          <a:prstGeom prst="rect">
            <a:avLst/>
          </a:prstGeom>
          <a:solidFill>
            <a:srgbClr val="F2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83680" y="2852928"/>
            <a:ext cx="164592" cy="164592"/>
          </a:xfrm>
          <a:prstGeom prst="ellipse">
            <a:avLst/>
          </a:prstGeom>
          <a:solidFill>
            <a:srgbClr val="7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26060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 → verify   (WSE → GPU)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566160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DraftServiceHello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3931920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 stream open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407408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DraftAdvanceResult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75120" y="4773168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per-round reply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5248656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5120" y="561441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keepalive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the request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DraftAdvanceRequest — sent verify → draft each round.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85216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85216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92224"/>
            <a:ext cx="585216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5270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DraftAdvanceRequest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86968" y="2194560"/>
            <a:ext cx="5303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correlation id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026664"/>
            <a:ext cx="5303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expected_version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concurrency guard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86968" y="3858768"/>
            <a:ext cx="5303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expected_len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committed-length guard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86968" y="4690872"/>
            <a:ext cx="5303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</a:t>
            </a:r>
            <a:r>
              <a:rPr lang="en-US" sz="1500" b="1" dirty="0"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</a:t>
            </a:r>
            <a:r>
              <a:rPr lang="en-US" sz="1600" b="1" dirty="0" err="1">
                <a:solidFill>
                  <a:srgbClr val="4E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DraftCommit</a:t>
            </a:r>
            <a:r>
              <a:rPr lang="en-US" sz="16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b="1" dirty="0">
                <a:solidFill>
                  <a:srgbClr val="4E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on previous round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86968" y="5522976"/>
            <a:ext cx="5303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next_proposal</a:t>
            </a:r>
            <a:r>
              <a:rPr lang="en-US" sz="18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rgbClr val="7B4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NextProposal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5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request k drafts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1508760"/>
            <a:ext cx="48463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720840" y="150876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1792224"/>
            <a:ext cx="484632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13448" y="1527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DraftCommit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13448" y="2194560"/>
            <a:ext cx="42976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round_id · base_version · base_len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13448" y="2712720"/>
            <a:ext cx="42976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accepted_draft_tokens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# accepted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13448" y="3230880"/>
            <a:ext cx="429768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emitted_ids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committed tokens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20840" y="4114800"/>
            <a:ext cx="48463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20840" y="411480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4398264"/>
            <a:ext cx="484632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13448" y="41330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B4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NextProposal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13448" y="48006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round_id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requested round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13448" y="557784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# draft tokens (= draft_len)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Protocol: the response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DraftAdvanceResponse — returned draft → verify each round.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5852160" cy="493776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585216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92224"/>
            <a:ext cx="585216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52704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B4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DraftAdvanceResponse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86968" y="219456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echoes request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288798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committed_version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version after commit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86968" y="358140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committed_len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length after commit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86968" y="427482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commit_result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</a:t>
            </a:r>
            <a:r>
              <a:rPr lang="en-US" sz="1400" b="1" dirty="0" err="1">
                <a:solidFill>
                  <a:srgbClr val="4E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CommitResult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what was applied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6968" y="496824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 </a:t>
            </a:r>
            <a:r>
              <a:rPr lang="en-US" sz="1400" b="1" dirty="0">
                <a:latin typeface="Courier New" panose="02070309020205020404" pitchFamily="49" charset="0"/>
                <a:ea typeface="Arial" pitchFamily="34" charset="-122"/>
                <a:cs typeface="Courier New" panose="02070309020205020404" pitchFamily="49" charset="0"/>
              </a:rPr>
              <a:t>(</a:t>
            </a:r>
            <a:r>
              <a:rPr lang="en-US" sz="14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</a:t>
            </a:r>
            <a:r>
              <a:rPr lang="en-US" sz="14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freshly drafted tokens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6968" y="5661660"/>
            <a:ext cx="530352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READY | PROPOSAL_PENDING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720840" y="1508760"/>
            <a:ext cx="484632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720840" y="150876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20840" y="1792224"/>
            <a:ext cx="484632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13448" y="152704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E8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CommitResult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13448" y="2194560"/>
            <a:ext cx="42976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round_id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committed round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13448" y="2727960"/>
            <a:ext cx="42976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old/new version · len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before / after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013448" y="3261360"/>
            <a:ext cx="42976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accepted_draft_tokens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# accepted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20840" y="4160520"/>
            <a:ext cx="48463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20840" y="4160520"/>
            <a:ext cx="4846320" cy="566928"/>
          </a:xfrm>
          <a:prstGeom prst="roundRect">
            <a:avLst>
              <a:gd name="adj" fmla="val 14516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20840" y="4443984"/>
            <a:ext cx="4846320" cy="283464"/>
          </a:xfrm>
          <a:prstGeom prst="rect">
            <a:avLst/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13448" y="41788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Proposal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013448" y="48463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round_id · base_version · base_len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13448" y="5349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draft_ids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candidate tokens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13448" y="5852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draft_len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↔ kernel wire frame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compact u32 frame below the gRPC service boundary. Leg (1) gRPC is unchanged.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792224"/>
            <a:ext cx="5257800" cy="329184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46304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FORWARD  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 → kernel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1945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u32 ingress · zero-padded to in_wlts = 19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86968" y="2514600"/>
            <a:ext cx="4672584" cy="4572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33272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request[] = [ flags, num_accepted, num_correction, correction_ids 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05256" y="3154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HAS_COMMIT · HAS_PROPOSAL · PREFILL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05256" y="3657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num_accepted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drafts kept from last round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05256" y="4160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num_correction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len(correction_ids)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5256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correction_ids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emitted_ids[num_accepted:]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" y="501091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rides beside the frame (0 | draft_len) — not piped to the kernel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5257800" cy="658368"/>
          </a:xfrm>
          <a:prstGeom prst="roundRect">
            <a:avLst>
              <a:gd name="adj" fmla="val 13889"/>
            </a:avLst>
          </a:prstGeom>
          <a:solidFill>
            <a:srgbClr val="F2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1792224"/>
            <a:ext cx="5257800" cy="329184"/>
          </a:xfrm>
          <a:prstGeom prst="rect">
            <a:avLst/>
          </a:prstGeom>
          <a:solidFill>
            <a:srgbClr val="F2EC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01968" y="1463040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B4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BACKWARD   </a:t>
            </a:r>
            <a:r>
              <a:rPr lang="en-US" sz="160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kernel → gateway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01968" y="219456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u32 egress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01968" y="2514600"/>
            <a:ext cx="4672584" cy="45720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48272" y="25146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reply[] = [ draft_id_0, … draft_id_{k-1} ]   ·   k = draft_len (16)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0256" y="315468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south-blobs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draft_len × south_wlts u32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20256" y="36576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sampled slot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= sampled_off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0256" y="416052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exchange_batch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[ blob[i*sw + off] ]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0256" y="4663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 →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Proposal.draft_ids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0256" y="501091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passthrough kernel echoes today; a real decode kernel acts on 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5806440"/>
            <a:ext cx="10972800" cy="822960"/>
          </a:xfrm>
          <a:prstGeom prst="roundRect">
            <a:avLst>
              <a:gd name="adj" fmla="val 11111"/>
            </a:avLst>
          </a:prstGeom>
          <a:solidFill>
            <a:srgbClr val="EEF5E6"/>
          </a:solidFill>
          <a:ln w="19050">
            <a:solidFill>
              <a:srgbClr val="4E8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5806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E8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committed_len / base_len stay off the wire</a:t>
            </a:r>
            <a:r>
              <a:rPr lang="en-US" sz="14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recovered by accumulation (num_accepted + num_correction), SGLang-style kv_committed_len.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protocol, two kernels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fork is in the executor, not the wire — leg 1 gRPC never changes.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FBEEEB"/>
          </a:solidFill>
          <a:ln w="19050">
            <a:solidFill>
              <a:srgbClr val="C0432B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2651760"/>
            <a:ext cx="25146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request
</a:t>
            </a:r>
            <a:r>
              <a:rPr lang="en-US" sz="1300" dirty="0">
                <a:solidFill>
                  <a:srgbClr val="C04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DraftAdvanceRequest
</a:t>
            </a: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token-ids — identical for both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800600" y="187452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EAF2FB"/>
          </a:solidFill>
          <a:ln w="19050">
            <a:solidFill>
              <a:srgbClr val="2E75B6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874520"/>
            <a:ext cx="3017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kernel
</a:t>
            </a: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embed-a-token · keep KV, ingest 1, draft 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00600" y="3886200"/>
            <a:ext cx="3200400" cy="1234440"/>
          </a:xfrm>
          <a:prstGeom prst="roundRect">
            <a:avLst>
              <a:gd name="adj" fmla="val 7407"/>
            </a:avLst>
          </a:prstGeom>
          <a:solidFill>
            <a:srgbClr val="F2ECF8"/>
          </a:solidFill>
          <a:ln w="19050">
            <a:solidFill>
              <a:srgbClr val="7B4FA0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92040" y="3886200"/>
            <a:ext cx="301752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7B4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kernel
</a:t>
            </a: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ingest-raw-ids · embed N, build KV[0:N], sample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235440" y="265176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EEF5E6"/>
          </a:solidFill>
          <a:ln w="19050">
            <a:solidFill>
              <a:srgbClr val="4E8A2C"/>
            </a:solidFill>
            <a:prstDash val="solid"/>
          </a:ln>
          <a:effectLst>
            <a:outerShdw blurRad="88900" dist="31750" dir="5400000" algn="bl" rotWithShape="0">
              <a:srgbClr val="9AA6B2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235440" y="2651760"/>
            <a:ext cx="233172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4E8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egress
</a:t>
            </a:r>
            <a:r>
              <a:rPr lang="en-US" sz="13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 blob — same layout for both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 flipV="1">
            <a:off x="3108960" y="2491740"/>
            <a:ext cx="1691640" cy="434340"/>
          </a:xfrm>
          <a:prstGeom prst="line">
            <a:avLst/>
          </a:prstGeom>
          <a:noFill/>
          <a:ln w="31750">
            <a:solidFill>
              <a:srgbClr val="C043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08960" y="3749040"/>
            <a:ext cx="1691640" cy="754380"/>
          </a:xfrm>
          <a:prstGeom prst="line">
            <a:avLst/>
          </a:prstGeom>
          <a:noFill/>
          <a:ln w="31750">
            <a:solidFill>
              <a:srgbClr val="C043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001000" y="2491740"/>
            <a:ext cx="1234440" cy="480060"/>
          </a:xfrm>
          <a:prstGeom prst="line">
            <a:avLst/>
          </a:prstGeom>
          <a:noFill/>
          <a:ln w="31750">
            <a:solidFill>
              <a:srgbClr val="2E75B6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 flipV="1">
            <a:off x="8001000" y="3703320"/>
            <a:ext cx="1234440" cy="800100"/>
          </a:xfrm>
          <a:prstGeom prst="line">
            <a:avLst/>
          </a:prstGeom>
          <a:noFill/>
          <a:ln w="31750">
            <a:solidFill>
              <a:srgbClr val="7B4F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request on the wire; the divergence lives below the service boundary, in the executor adapter and kernels.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vs prefill: wafer ingress (leg 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96926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protocol, two ingress paths — and what prefill still needs.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0972800" cy="3154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  (real qwen3_1p7b)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PREFILL  (to finalize)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gRPC call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commit{accepted=N} + next_proposal{k}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commit{accepted=0, emitted=prompt}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wafer ingress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75B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f16 embeddings  ·  bsz*dim/2 u32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7B4F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i32 token ids  ·  ~bsz*seq_len u32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tokens / call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  (the correction)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   (the whole prompt)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action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keep KV, ingest 1, draft k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parallel-embed N, build KV[0:N]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F2A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egress (south blob)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val_wlts + top_k*bsz + bsz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E8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layout   (×1)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120640"/>
            <a:ext cx="10972800" cy="1417320"/>
          </a:xfrm>
          <a:prstGeom prst="roundRect">
            <a:avLst>
              <a:gd name="adj" fmla="val 6452"/>
            </a:avLst>
          </a:prstGeom>
          <a:solidFill>
            <a:srgbClr val="EEF5E6"/>
          </a:solidFill>
          <a:ln w="19050">
            <a:solidFill>
              <a:srgbClr val="4E8A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60120" y="5266944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4E8A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 ingress should be:  </a:t>
            </a:r>
            <a:r>
              <a:rPr lang="en-US" sz="1650" dirty="0">
                <a:solidFill>
                  <a:srgbClr val="1F2A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num_tokens, tok_0, … tok_{n-1} ]  (i32)</a:t>
            </a:r>
            <a:endParaRPr lang="en-US" sz="1650" dirty="0"/>
          </a:p>
        </p:txBody>
      </p:sp>
      <p:sp>
        <p:nvSpPr>
          <p:cNvPr id="4" name="Text 4"/>
          <p:cNvSpPr/>
          <p:nvPr/>
        </p:nvSpPr>
        <p:spPr>
          <a:xfrm>
            <a:off x="960120" y="5687568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num_tokens</a:t>
            </a: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the length header prefill lacks today (currently fixed by MAX_SEQ_LEN).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607161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change:  </a:t>
            </a:r>
            <a:r>
              <a:rPr lang="en-US" sz="15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gRPC (leg 1) unchanged · prefill kernel adds a num_tokens header · path chosen by appliance routing, not a wire flag.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907</Words>
  <Application>Microsoft Macintosh PowerPoint</Application>
  <PresentationFormat>Widescreen</PresentationFormat>
  <Paragraphs>116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3</cp:revision>
  <dcterms:created xsi:type="dcterms:W3CDTF">2026-07-01T13:44:31Z</dcterms:created>
  <dcterms:modified xsi:type="dcterms:W3CDTF">2026-07-01T13:57:03Z</dcterms:modified>
</cp:coreProperties>
</file>